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0A09A7-9C13-4308-8D79-618335C8A63F}" type="doc">
      <dgm:prSet loTypeId="urn:microsoft.com/office/officeart/2005/8/layout/defaul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8D6DDE2-A399-4484-BA50-0AC55AF6667C}">
      <dgm:prSet/>
      <dgm:spPr/>
      <dgm:t>
        <a:bodyPr/>
        <a:lstStyle/>
        <a:p>
          <a:r>
            <a:rPr lang="en-US"/>
            <a:t>To analyze and understand </a:t>
          </a:r>
          <a:r>
            <a:rPr lang="en-US" b="1"/>
            <a:t>raw EEG signal data</a:t>
          </a:r>
          <a:r>
            <a:rPr lang="en-US"/>
            <a:t> for seizure patterns </a:t>
          </a:r>
        </a:p>
      </dgm:t>
    </dgm:pt>
    <dgm:pt modelId="{BA6AC61F-10C7-477E-8D32-D70DDC79A947}" type="parTrans" cxnId="{619F1E17-3B56-4A2F-92DC-CF1C98D9FD6E}">
      <dgm:prSet/>
      <dgm:spPr/>
      <dgm:t>
        <a:bodyPr/>
        <a:lstStyle/>
        <a:p>
          <a:endParaRPr lang="en-US"/>
        </a:p>
      </dgm:t>
    </dgm:pt>
    <dgm:pt modelId="{76CCC989-B75A-4D7F-98CD-4268B24B80B9}" type="sibTrans" cxnId="{619F1E17-3B56-4A2F-92DC-CF1C98D9FD6E}">
      <dgm:prSet/>
      <dgm:spPr/>
      <dgm:t>
        <a:bodyPr/>
        <a:lstStyle/>
        <a:p>
          <a:endParaRPr lang="en-US"/>
        </a:p>
      </dgm:t>
    </dgm:pt>
    <dgm:pt modelId="{7C3B68BE-2F63-4934-B7F3-EE29C26EBD2C}">
      <dgm:prSet/>
      <dgm:spPr/>
      <dgm:t>
        <a:bodyPr/>
        <a:lstStyle/>
        <a:p>
          <a:r>
            <a:rPr lang="en-US"/>
            <a:t>To preprocess EEG signals by applying </a:t>
          </a:r>
          <a:r>
            <a:rPr lang="en-US" b="1"/>
            <a:t>normalization and noise reduction techniques</a:t>
          </a:r>
          <a:r>
            <a:rPr lang="en-US"/>
            <a:t> </a:t>
          </a:r>
        </a:p>
      </dgm:t>
    </dgm:pt>
    <dgm:pt modelId="{8C2EE497-CEA6-4FC1-835F-278EE79E1090}" type="parTrans" cxnId="{3E797BAF-5F8B-4128-ACDD-C767796FF631}">
      <dgm:prSet/>
      <dgm:spPr/>
      <dgm:t>
        <a:bodyPr/>
        <a:lstStyle/>
        <a:p>
          <a:endParaRPr lang="en-US"/>
        </a:p>
      </dgm:t>
    </dgm:pt>
    <dgm:pt modelId="{B940D819-5DC5-4C62-A7D5-F4293E1B43BF}" type="sibTrans" cxnId="{3E797BAF-5F8B-4128-ACDD-C767796FF631}">
      <dgm:prSet/>
      <dgm:spPr/>
      <dgm:t>
        <a:bodyPr/>
        <a:lstStyle/>
        <a:p>
          <a:endParaRPr lang="en-US"/>
        </a:p>
      </dgm:t>
    </dgm:pt>
    <dgm:pt modelId="{FB4EC42A-E3F9-4189-85EC-1102D1609F10}">
      <dgm:prSet/>
      <dgm:spPr/>
      <dgm:t>
        <a:bodyPr/>
        <a:lstStyle/>
        <a:p>
          <a:r>
            <a:rPr lang="en-US"/>
            <a:t>To design and implement a </a:t>
          </a:r>
          <a:r>
            <a:rPr lang="en-US" b="1"/>
            <a:t>Convolutional Neural Network (CNN)</a:t>
          </a:r>
          <a:r>
            <a:rPr lang="en-US"/>
            <a:t> for automatic feature extraction </a:t>
          </a:r>
        </a:p>
      </dgm:t>
    </dgm:pt>
    <dgm:pt modelId="{D123A1CC-D36D-4D88-A640-CB594B4D8EEF}" type="parTrans" cxnId="{96B7FA82-0D74-4A79-8663-42151924EB14}">
      <dgm:prSet/>
      <dgm:spPr/>
      <dgm:t>
        <a:bodyPr/>
        <a:lstStyle/>
        <a:p>
          <a:endParaRPr lang="en-US"/>
        </a:p>
      </dgm:t>
    </dgm:pt>
    <dgm:pt modelId="{DEFFD1AE-75A1-4E70-8D20-CF1F34D50043}" type="sibTrans" cxnId="{96B7FA82-0D74-4A79-8663-42151924EB14}">
      <dgm:prSet/>
      <dgm:spPr/>
      <dgm:t>
        <a:bodyPr/>
        <a:lstStyle/>
        <a:p>
          <a:endParaRPr lang="en-US"/>
        </a:p>
      </dgm:t>
    </dgm:pt>
    <dgm:pt modelId="{9212CED6-09F1-4222-A009-B32949C3A08E}">
      <dgm:prSet/>
      <dgm:spPr/>
      <dgm:t>
        <a:bodyPr/>
        <a:lstStyle/>
        <a:p>
          <a:r>
            <a:rPr lang="en-US"/>
            <a:t>To classify EEG signals into </a:t>
          </a:r>
          <a:r>
            <a:rPr lang="en-US" b="1"/>
            <a:t>seizure and non-seizure categories</a:t>
          </a:r>
          <a:r>
            <a:rPr lang="en-US"/>
            <a:t> </a:t>
          </a:r>
        </a:p>
      </dgm:t>
    </dgm:pt>
    <dgm:pt modelId="{5DD1C411-CFDC-494C-B314-F44ADF58CE5E}" type="parTrans" cxnId="{79274A87-FA2B-48A7-ABBA-7216CDC1E04A}">
      <dgm:prSet/>
      <dgm:spPr/>
      <dgm:t>
        <a:bodyPr/>
        <a:lstStyle/>
        <a:p>
          <a:endParaRPr lang="en-US"/>
        </a:p>
      </dgm:t>
    </dgm:pt>
    <dgm:pt modelId="{2CD745AD-2028-41C9-909D-DA8B548C6E7F}" type="sibTrans" cxnId="{79274A87-FA2B-48A7-ABBA-7216CDC1E04A}">
      <dgm:prSet/>
      <dgm:spPr/>
      <dgm:t>
        <a:bodyPr/>
        <a:lstStyle/>
        <a:p>
          <a:endParaRPr lang="en-US"/>
        </a:p>
      </dgm:t>
    </dgm:pt>
    <dgm:pt modelId="{914622B8-1C90-4A30-B5C1-F1C608612527}">
      <dgm:prSet/>
      <dgm:spPr/>
      <dgm:t>
        <a:bodyPr/>
        <a:lstStyle/>
        <a:p>
          <a:r>
            <a:rPr lang="en-US"/>
            <a:t>To train and validate the model using </a:t>
          </a:r>
          <a:r>
            <a:rPr lang="en-US" b="1"/>
            <a:t>efficient training techniques</a:t>
          </a:r>
          <a:r>
            <a:rPr lang="en-US"/>
            <a:t> </a:t>
          </a:r>
        </a:p>
      </dgm:t>
    </dgm:pt>
    <dgm:pt modelId="{D88732BB-5649-4859-B135-CDF39B29CF93}" type="parTrans" cxnId="{E9CD70DB-C25F-464B-8D88-63D4515FA06F}">
      <dgm:prSet/>
      <dgm:spPr/>
      <dgm:t>
        <a:bodyPr/>
        <a:lstStyle/>
        <a:p>
          <a:endParaRPr lang="en-US"/>
        </a:p>
      </dgm:t>
    </dgm:pt>
    <dgm:pt modelId="{B56DE6E4-305D-4F48-846A-8C9E1038D7CE}" type="sibTrans" cxnId="{E9CD70DB-C25F-464B-8D88-63D4515FA06F}">
      <dgm:prSet/>
      <dgm:spPr/>
      <dgm:t>
        <a:bodyPr/>
        <a:lstStyle/>
        <a:p>
          <a:endParaRPr lang="en-US"/>
        </a:p>
      </dgm:t>
    </dgm:pt>
    <dgm:pt modelId="{0E06A6CC-1299-4236-8F52-026240D78731}">
      <dgm:prSet/>
      <dgm:spPr/>
      <dgm:t>
        <a:bodyPr/>
        <a:lstStyle/>
        <a:p>
          <a:r>
            <a:rPr lang="en-US"/>
            <a:t>To evaluate model performance using metrics such as </a:t>
          </a:r>
          <a:r>
            <a:rPr lang="en-US" b="1"/>
            <a:t>accuracy, precision, recall, and F1-score</a:t>
          </a:r>
          <a:r>
            <a:rPr lang="en-US"/>
            <a:t> </a:t>
          </a:r>
        </a:p>
      </dgm:t>
    </dgm:pt>
    <dgm:pt modelId="{045FFB2B-1034-4DF8-B60C-D188C886C68F}" type="parTrans" cxnId="{DCB27B9C-7C84-4711-950D-BF3882E79C06}">
      <dgm:prSet/>
      <dgm:spPr/>
      <dgm:t>
        <a:bodyPr/>
        <a:lstStyle/>
        <a:p>
          <a:endParaRPr lang="en-US"/>
        </a:p>
      </dgm:t>
    </dgm:pt>
    <dgm:pt modelId="{BCB52918-4E9F-4D70-B3D4-B97E2F6DBCE3}" type="sibTrans" cxnId="{DCB27B9C-7C84-4711-950D-BF3882E79C06}">
      <dgm:prSet/>
      <dgm:spPr/>
      <dgm:t>
        <a:bodyPr/>
        <a:lstStyle/>
        <a:p>
          <a:endParaRPr lang="en-US"/>
        </a:p>
      </dgm:t>
    </dgm:pt>
    <dgm:pt modelId="{7A3CC587-5834-4857-8DD3-132EFB1866D1}">
      <dgm:prSet/>
      <dgm:spPr/>
      <dgm:t>
        <a:bodyPr/>
        <a:lstStyle/>
        <a:p>
          <a:r>
            <a:rPr lang="en-US"/>
            <a:t>To develop an </a:t>
          </a:r>
          <a:r>
            <a:rPr lang="en-US" b="1"/>
            <a:t>automated and reliable seizure detection system</a:t>
          </a:r>
          <a:endParaRPr lang="en-US"/>
        </a:p>
      </dgm:t>
    </dgm:pt>
    <dgm:pt modelId="{1E066CF6-3760-4D97-B83E-61649D9F8E44}" type="parTrans" cxnId="{8F6D4E6B-5A4B-40E6-ADDA-A10FFE7D13D1}">
      <dgm:prSet/>
      <dgm:spPr/>
      <dgm:t>
        <a:bodyPr/>
        <a:lstStyle/>
        <a:p>
          <a:endParaRPr lang="en-US"/>
        </a:p>
      </dgm:t>
    </dgm:pt>
    <dgm:pt modelId="{71ECBAF7-7DAF-41E6-BE6E-20050977811E}" type="sibTrans" cxnId="{8F6D4E6B-5A4B-40E6-ADDA-A10FFE7D13D1}">
      <dgm:prSet/>
      <dgm:spPr/>
      <dgm:t>
        <a:bodyPr/>
        <a:lstStyle/>
        <a:p>
          <a:endParaRPr lang="en-US"/>
        </a:p>
      </dgm:t>
    </dgm:pt>
    <dgm:pt modelId="{C1CE5A5E-7F71-4144-8910-3C93E4B1B0AB}" type="pres">
      <dgm:prSet presAssocID="{640A09A7-9C13-4308-8D79-618335C8A63F}" presName="diagram" presStyleCnt="0">
        <dgm:presLayoutVars>
          <dgm:dir/>
          <dgm:resizeHandles val="exact"/>
        </dgm:presLayoutVars>
      </dgm:prSet>
      <dgm:spPr/>
    </dgm:pt>
    <dgm:pt modelId="{633B6A76-50BB-4508-AD3B-95F1C82456EB}" type="pres">
      <dgm:prSet presAssocID="{B8D6DDE2-A399-4484-BA50-0AC55AF6667C}" presName="node" presStyleLbl="node1" presStyleIdx="0" presStyleCnt="7">
        <dgm:presLayoutVars>
          <dgm:bulletEnabled val="1"/>
        </dgm:presLayoutVars>
      </dgm:prSet>
      <dgm:spPr/>
    </dgm:pt>
    <dgm:pt modelId="{D091ACBC-CE68-495D-8B6A-8D8390C9AF7F}" type="pres">
      <dgm:prSet presAssocID="{76CCC989-B75A-4D7F-98CD-4268B24B80B9}" presName="sibTrans" presStyleCnt="0"/>
      <dgm:spPr/>
    </dgm:pt>
    <dgm:pt modelId="{81262DC6-E468-4814-9CEF-81699A6B86B5}" type="pres">
      <dgm:prSet presAssocID="{7C3B68BE-2F63-4934-B7F3-EE29C26EBD2C}" presName="node" presStyleLbl="node1" presStyleIdx="1" presStyleCnt="7">
        <dgm:presLayoutVars>
          <dgm:bulletEnabled val="1"/>
        </dgm:presLayoutVars>
      </dgm:prSet>
      <dgm:spPr/>
    </dgm:pt>
    <dgm:pt modelId="{6C1874EE-CC62-4F37-B2BE-210D971EDF71}" type="pres">
      <dgm:prSet presAssocID="{B940D819-5DC5-4C62-A7D5-F4293E1B43BF}" presName="sibTrans" presStyleCnt="0"/>
      <dgm:spPr/>
    </dgm:pt>
    <dgm:pt modelId="{35355AB1-90C1-4D85-AB3E-CC388474ED71}" type="pres">
      <dgm:prSet presAssocID="{FB4EC42A-E3F9-4189-85EC-1102D1609F10}" presName="node" presStyleLbl="node1" presStyleIdx="2" presStyleCnt="7">
        <dgm:presLayoutVars>
          <dgm:bulletEnabled val="1"/>
        </dgm:presLayoutVars>
      </dgm:prSet>
      <dgm:spPr/>
    </dgm:pt>
    <dgm:pt modelId="{250559C3-14DB-43FD-9735-EBE14ECE837F}" type="pres">
      <dgm:prSet presAssocID="{DEFFD1AE-75A1-4E70-8D20-CF1F34D50043}" presName="sibTrans" presStyleCnt="0"/>
      <dgm:spPr/>
    </dgm:pt>
    <dgm:pt modelId="{344DE0A6-BFE8-4D48-9CAD-9286A8D25B2E}" type="pres">
      <dgm:prSet presAssocID="{9212CED6-09F1-4222-A009-B32949C3A08E}" presName="node" presStyleLbl="node1" presStyleIdx="3" presStyleCnt="7">
        <dgm:presLayoutVars>
          <dgm:bulletEnabled val="1"/>
        </dgm:presLayoutVars>
      </dgm:prSet>
      <dgm:spPr/>
    </dgm:pt>
    <dgm:pt modelId="{417F80C0-4490-4EA0-AB2F-0010B0D93820}" type="pres">
      <dgm:prSet presAssocID="{2CD745AD-2028-41C9-909D-DA8B548C6E7F}" presName="sibTrans" presStyleCnt="0"/>
      <dgm:spPr/>
    </dgm:pt>
    <dgm:pt modelId="{711D3560-7FD4-4473-A278-C9FCF2B676D2}" type="pres">
      <dgm:prSet presAssocID="{914622B8-1C90-4A30-B5C1-F1C608612527}" presName="node" presStyleLbl="node1" presStyleIdx="4" presStyleCnt="7">
        <dgm:presLayoutVars>
          <dgm:bulletEnabled val="1"/>
        </dgm:presLayoutVars>
      </dgm:prSet>
      <dgm:spPr/>
    </dgm:pt>
    <dgm:pt modelId="{AA27FB9D-CC48-4301-99A7-F9FAA3B78A51}" type="pres">
      <dgm:prSet presAssocID="{B56DE6E4-305D-4F48-846A-8C9E1038D7CE}" presName="sibTrans" presStyleCnt="0"/>
      <dgm:spPr/>
    </dgm:pt>
    <dgm:pt modelId="{38CD56AB-0296-4F16-BC5A-310D21AF3629}" type="pres">
      <dgm:prSet presAssocID="{0E06A6CC-1299-4236-8F52-026240D78731}" presName="node" presStyleLbl="node1" presStyleIdx="5" presStyleCnt="7">
        <dgm:presLayoutVars>
          <dgm:bulletEnabled val="1"/>
        </dgm:presLayoutVars>
      </dgm:prSet>
      <dgm:spPr/>
    </dgm:pt>
    <dgm:pt modelId="{678BD44E-2C91-4A4B-882F-6089DA9EDEF1}" type="pres">
      <dgm:prSet presAssocID="{BCB52918-4E9F-4D70-B3D4-B97E2F6DBCE3}" presName="sibTrans" presStyleCnt="0"/>
      <dgm:spPr/>
    </dgm:pt>
    <dgm:pt modelId="{C7952DB6-F423-4F37-BFE3-53A4D4D5CEF7}" type="pres">
      <dgm:prSet presAssocID="{7A3CC587-5834-4857-8DD3-132EFB1866D1}" presName="node" presStyleLbl="node1" presStyleIdx="6" presStyleCnt="7">
        <dgm:presLayoutVars>
          <dgm:bulletEnabled val="1"/>
        </dgm:presLayoutVars>
      </dgm:prSet>
      <dgm:spPr/>
    </dgm:pt>
  </dgm:ptLst>
  <dgm:cxnLst>
    <dgm:cxn modelId="{DBBC040C-18DD-43F3-9A40-2263155DF6F5}" type="presOf" srcId="{0E06A6CC-1299-4236-8F52-026240D78731}" destId="{38CD56AB-0296-4F16-BC5A-310D21AF3629}" srcOrd="0" destOrd="0" presId="urn:microsoft.com/office/officeart/2005/8/layout/default"/>
    <dgm:cxn modelId="{19E0ED0F-285D-4E6F-832E-64AD4E834D80}" type="presOf" srcId="{FB4EC42A-E3F9-4189-85EC-1102D1609F10}" destId="{35355AB1-90C1-4D85-AB3E-CC388474ED71}" srcOrd="0" destOrd="0" presId="urn:microsoft.com/office/officeart/2005/8/layout/default"/>
    <dgm:cxn modelId="{619F1E17-3B56-4A2F-92DC-CF1C98D9FD6E}" srcId="{640A09A7-9C13-4308-8D79-618335C8A63F}" destId="{B8D6DDE2-A399-4484-BA50-0AC55AF6667C}" srcOrd="0" destOrd="0" parTransId="{BA6AC61F-10C7-477E-8D32-D70DDC79A947}" sibTransId="{76CCC989-B75A-4D7F-98CD-4268B24B80B9}"/>
    <dgm:cxn modelId="{8F6D4E6B-5A4B-40E6-ADDA-A10FFE7D13D1}" srcId="{640A09A7-9C13-4308-8D79-618335C8A63F}" destId="{7A3CC587-5834-4857-8DD3-132EFB1866D1}" srcOrd="6" destOrd="0" parTransId="{1E066CF6-3760-4D97-B83E-61649D9F8E44}" sibTransId="{71ECBAF7-7DAF-41E6-BE6E-20050977811E}"/>
    <dgm:cxn modelId="{F1D0764F-B95B-423B-B72D-3F92B36C7E5E}" type="presOf" srcId="{B8D6DDE2-A399-4484-BA50-0AC55AF6667C}" destId="{633B6A76-50BB-4508-AD3B-95F1C82456EB}" srcOrd="0" destOrd="0" presId="urn:microsoft.com/office/officeart/2005/8/layout/default"/>
    <dgm:cxn modelId="{34211172-2B35-41E9-A5F5-F87301A77C72}" type="presOf" srcId="{914622B8-1C90-4A30-B5C1-F1C608612527}" destId="{711D3560-7FD4-4473-A278-C9FCF2B676D2}" srcOrd="0" destOrd="0" presId="urn:microsoft.com/office/officeart/2005/8/layout/default"/>
    <dgm:cxn modelId="{96B7FA82-0D74-4A79-8663-42151924EB14}" srcId="{640A09A7-9C13-4308-8D79-618335C8A63F}" destId="{FB4EC42A-E3F9-4189-85EC-1102D1609F10}" srcOrd="2" destOrd="0" parTransId="{D123A1CC-D36D-4D88-A640-CB594B4D8EEF}" sibTransId="{DEFFD1AE-75A1-4E70-8D20-CF1F34D50043}"/>
    <dgm:cxn modelId="{79274A87-FA2B-48A7-ABBA-7216CDC1E04A}" srcId="{640A09A7-9C13-4308-8D79-618335C8A63F}" destId="{9212CED6-09F1-4222-A009-B32949C3A08E}" srcOrd="3" destOrd="0" parTransId="{5DD1C411-CFDC-494C-B314-F44ADF58CE5E}" sibTransId="{2CD745AD-2028-41C9-909D-DA8B548C6E7F}"/>
    <dgm:cxn modelId="{DCB27B9C-7C84-4711-950D-BF3882E79C06}" srcId="{640A09A7-9C13-4308-8D79-618335C8A63F}" destId="{0E06A6CC-1299-4236-8F52-026240D78731}" srcOrd="5" destOrd="0" parTransId="{045FFB2B-1034-4DF8-B60C-D188C886C68F}" sibTransId="{BCB52918-4E9F-4D70-B3D4-B97E2F6DBCE3}"/>
    <dgm:cxn modelId="{327EA1AD-9491-48BB-B92C-01DC966329D0}" type="presOf" srcId="{640A09A7-9C13-4308-8D79-618335C8A63F}" destId="{C1CE5A5E-7F71-4144-8910-3C93E4B1B0AB}" srcOrd="0" destOrd="0" presId="urn:microsoft.com/office/officeart/2005/8/layout/default"/>
    <dgm:cxn modelId="{3E797BAF-5F8B-4128-ACDD-C767796FF631}" srcId="{640A09A7-9C13-4308-8D79-618335C8A63F}" destId="{7C3B68BE-2F63-4934-B7F3-EE29C26EBD2C}" srcOrd="1" destOrd="0" parTransId="{8C2EE497-CEA6-4FC1-835F-278EE79E1090}" sibTransId="{B940D819-5DC5-4C62-A7D5-F4293E1B43BF}"/>
    <dgm:cxn modelId="{173D68D6-243E-418B-9EAA-08D402786453}" type="presOf" srcId="{7A3CC587-5834-4857-8DD3-132EFB1866D1}" destId="{C7952DB6-F423-4F37-BFE3-53A4D4D5CEF7}" srcOrd="0" destOrd="0" presId="urn:microsoft.com/office/officeart/2005/8/layout/default"/>
    <dgm:cxn modelId="{E9CD70DB-C25F-464B-8D88-63D4515FA06F}" srcId="{640A09A7-9C13-4308-8D79-618335C8A63F}" destId="{914622B8-1C90-4A30-B5C1-F1C608612527}" srcOrd="4" destOrd="0" parTransId="{D88732BB-5649-4859-B135-CDF39B29CF93}" sibTransId="{B56DE6E4-305D-4F48-846A-8C9E1038D7CE}"/>
    <dgm:cxn modelId="{778B1DE4-6F12-4E39-BF04-66642EEC8CB9}" type="presOf" srcId="{7C3B68BE-2F63-4934-B7F3-EE29C26EBD2C}" destId="{81262DC6-E468-4814-9CEF-81699A6B86B5}" srcOrd="0" destOrd="0" presId="urn:microsoft.com/office/officeart/2005/8/layout/default"/>
    <dgm:cxn modelId="{E07FDFF1-D7D5-4F8F-975F-48A366F7756E}" type="presOf" srcId="{9212CED6-09F1-4222-A009-B32949C3A08E}" destId="{344DE0A6-BFE8-4D48-9CAD-9286A8D25B2E}" srcOrd="0" destOrd="0" presId="urn:microsoft.com/office/officeart/2005/8/layout/default"/>
    <dgm:cxn modelId="{B9F73FFB-A637-4E8E-86C9-02E0EA924CFF}" type="presParOf" srcId="{C1CE5A5E-7F71-4144-8910-3C93E4B1B0AB}" destId="{633B6A76-50BB-4508-AD3B-95F1C82456EB}" srcOrd="0" destOrd="0" presId="urn:microsoft.com/office/officeart/2005/8/layout/default"/>
    <dgm:cxn modelId="{07BAD86B-76CA-42E1-A8B5-D1E96EF0DEAB}" type="presParOf" srcId="{C1CE5A5E-7F71-4144-8910-3C93E4B1B0AB}" destId="{D091ACBC-CE68-495D-8B6A-8D8390C9AF7F}" srcOrd="1" destOrd="0" presId="urn:microsoft.com/office/officeart/2005/8/layout/default"/>
    <dgm:cxn modelId="{F7685EA8-D2EE-4132-9996-4CC5A178D2CA}" type="presParOf" srcId="{C1CE5A5E-7F71-4144-8910-3C93E4B1B0AB}" destId="{81262DC6-E468-4814-9CEF-81699A6B86B5}" srcOrd="2" destOrd="0" presId="urn:microsoft.com/office/officeart/2005/8/layout/default"/>
    <dgm:cxn modelId="{F9F6A82B-F6B4-4E98-AE9F-C9A1306DA60C}" type="presParOf" srcId="{C1CE5A5E-7F71-4144-8910-3C93E4B1B0AB}" destId="{6C1874EE-CC62-4F37-B2BE-210D971EDF71}" srcOrd="3" destOrd="0" presId="urn:microsoft.com/office/officeart/2005/8/layout/default"/>
    <dgm:cxn modelId="{0262EB90-8418-46CB-AF68-A9CF817F8135}" type="presParOf" srcId="{C1CE5A5E-7F71-4144-8910-3C93E4B1B0AB}" destId="{35355AB1-90C1-4D85-AB3E-CC388474ED71}" srcOrd="4" destOrd="0" presId="urn:microsoft.com/office/officeart/2005/8/layout/default"/>
    <dgm:cxn modelId="{52D6220B-B177-4CBD-B25F-738CB2FACDE5}" type="presParOf" srcId="{C1CE5A5E-7F71-4144-8910-3C93E4B1B0AB}" destId="{250559C3-14DB-43FD-9735-EBE14ECE837F}" srcOrd="5" destOrd="0" presId="urn:microsoft.com/office/officeart/2005/8/layout/default"/>
    <dgm:cxn modelId="{E84342AD-B96F-4314-9879-6B7C4C2EF54E}" type="presParOf" srcId="{C1CE5A5E-7F71-4144-8910-3C93E4B1B0AB}" destId="{344DE0A6-BFE8-4D48-9CAD-9286A8D25B2E}" srcOrd="6" destOrd="0" presId="urn:microsoft.com/office/officeart/2005/8/layout/default"/>
    <dgm:cxn modelId="{8027ED15-99A6-421D-85F3-96ACFF14856A}" type="presParOf" srcId="{C1CE5A5E-7F71-4144-8910-3C93E4B1B0AB}" destId="{417F80C0-4490-4EA0-AB2F-0010B0D93820}" srcOrd="7" destOrd="0" presId="urn:microsoft.com/office/officeart/2005/8/layout/default"/>
    <dgm:cxn modelId="{177D3D37-6B6C-499D-A342-CAB9240871CE}" type="presParOf" srcId="{C1CE5A5E-7F71-4144-8910-3C93E4B1B0AB}" destId="{711D3560-7FD4-4473-A278-C9FCF2B676D2}" srcOrd="8" destOrd="0" presId="urn:microsoft.com/office/officeart/2005/8/layout/default"/>
    <dgm:cxn modelId="{B2582D74-CFA8-4F36-ABB9-DF62801BC306}" type="presParOf" srcId="{C1CE5A5E-7F71-4144-8910-3C93E4B1B0AB}" destId="{AA27FB9D-CC48-4301-99A7-F9FAA3B78A51}" srcOrd="9" destOrd="0" presId="urn:microsoft.com/office/officeart/2005/8/layout/default"/>
    <dgm:cxn modelId="{0F1200F1-CE92-4782-8DDA-9FE8AC9D0F14}" type="presParOf" srcId="{C1CE5A5E-7F71-4144-8910-3C93E4B1B0AB}" destId="{38CD56AB-0296-4F16-BC5A-310D21AF3629}" srcOrd="10" destOrd="0" presId="urn:microsoft.com/office/officeart/2005/8/layout/default"/>
    <dgm:cxn modelId="{8D8DEFED-FF62-4A1D-AE69-3E63699CA822}" type="presParOf" srcId="{C1CE5A5E-7F71-4144-8910-3C93E4B1B0AB}" destId="{678BD44E-2C91-4A4B-882F-6089DA9EDEF1}" srcOrd="11" destOrd="0" presId="urn:microsoft.com/office/officeart/2005/8/layout/default"/>
    <dgm:cxn modelId="{20BF0F97-EBC1-491A-B6FC-BA849D44E63F}" type="presParOf" srcId="{C1CE5A5E-7F71-4144-8910-3C93E4B1B0AB}" destId="{C7952DB6-F423-4F37-BFE3-53A4D4D5CEF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3824AB-B97E-4AF4-A8C0-856C21399EB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BCEA485-35AE-4295-A3CC-6B4FEE7B25B4}">
      <dgm:prSet/>
      <dgm:spPr/>
      <dgm:t>
        <a:bodyPr/>
        <a:lstStyle/>
        <a:p>
          <a:r>
            <a:rPr lang="en-US"/>
            <a:t>Data Collection </a:t>
          </a:r>
        </a:p>
      </dgm:t>
    </dgm:pt>
    <dgm:pt modelId="{57E8018F-0DC5-402E-AAC9-61AD0359BD96}" type="parTrans" cxnId="{F92713B4-43D6-4365-B4BA-6ECB5030ECD3}">
      <dgm:prSet/>
      <dgm:spPr/>
      <dgm:t>
        <a:bodyPr/>
        <a:lstStyle/>
        <a:p>
          <a:endParaRPr lang="en-US"/>
        </a:p>
      </dgm:t>
    </dgm:pt>
    <dgm:pt modelId="{665AFE6A-37B6-448C-BDBD-FAB6E58010CE}" type="sibTrans" cxnId="{F92713B4-43D6-4365-B4BA-6ECB5030ECD3}">
      <dgm:prSet/>
      <dgm:spPr/>
      <dgm:t>
        <a:bodyPr/>
        <a:lstStyle/>
        <a:p>
          <a:endParaRPr lang="en-US"/>
        </a:p>
      </dgm:t>
    </dgm:pt>
    <dgm:pt modelId="{FB626337-A7AA-44BE-A2E3-1E7CDB8405BE}">
      <dgm:prSet/>
      <dgm:spPr/>
      <dgm:t>
        <a:bodyPr/>
        <a:lstStyle/>
        <a:p>
          <a:r>
            <a:rPr lang="en-US"/>
            <a:t>Data Preprocessing </a:t>
          </a:r>
        </a:p>
      </dgm:t>
    </dgm:pt>
    <dgm:pt modelId="{775B6A9B-3AD5-4BDB-BA44-B0E7DBD73721}" type="parTrans" cxnId="{E314707F-8C46-424A-8BE6-6DBA4676D731}">
      <dgm:prSet/>
      <dgm:spPr/>
      <dgm:t>
        <a:bodyPr/>
        <a:lstStyle/>
        <a:p>
          <a:endParaRPr lang="en-US"/>
        </a:p>
      </dgm:t>
    </dgm:pt>
    <dgm:pt modelId="{64D32112-0A06-48AC-A252-0519753335AF}" type="sibTrans" cxnId="{E314707F-8C46-424A-8BE6-6DBA4676D731}">
      <dgm:prSet/>
      <dgm:spPr/>
      <dgm:t>
        <a:bodyPr/>
        <a:lstStyle/>
        <a:p>
          <a:endParaRPr lang="en-US"/>
        </a:p>
      </dgm:t>
    </dgm:pt>
    <dgm:pt modelId="{5D752525-59BB-469D-A31F-5DE94F7308F0}">
      <dgm:prSet/>
      <dgm:spPr/>
      <dgm:t>
        <a:bodyPr/>
        <a:lstStyle/>
        <a:p>
          <a:r>
            <a:rPr lang="en-US"/>
            <a:t>Normalization of signals </a:t>
          </a:r>
        </a:p>
      </dgm:t>
    </dgm:pt>
    <dgm:pt modelId="{647EEEBF-6E76-410B-8C81-EC083F0C4994}" type="parTrans" cxnId="{5E6D2AE8-906B-4186-94A7-1FB0F5CC82A3}">
      <dgm:prSet/>
      <dgm:spPr/>
      <dgm:t>
        <a:bodyPr/>
        <a:lstStyle/>
        <a:p>
          <a:endParaRPr lang="en-US"/>
        </a:p>
      </dgm:t>
    </dgm:pt>
    <dgm:pt modelId="{256B6232-0548-4EBD-853B-7465474BEA6B}" type="sibTrans" cxnId="{5E6D2AE8-906B-4186-94A7-1FB0F5CC82A3}">
      <dgm:prSet/>
      <dgm:spPr/>
      <dgm:t>
        <a:bodyPr/>
        <a:lstStyle/>
        <a:p>
          <a:endParaRPr lang="en-US"/>
        </a:p>
      </dgm:t>
    </dgm:pt>
    <dgm:pt modelId="{CA4F1633-EA04-4627-8408-BFC0CDFB35EA}">
      <dgm:prSet/>
      <dgm:spPr/>
      <dgm:t>
        <a:bodyPr/>
        <a:lstStyle/>
        <a:p>
          <a:r>
            <a:rPr lang="en-US"/>
            <a:t>CNN Model Training </a:t>
          </a:r>
        </a:p>
      </dgm:t>
    </dgm:pt>
    <dgm:pt modelId="{CE40E47B-D562-4E7A-8841-56AD3D697EED}" type="parTrans" cxnId="{DDB2DAAD-EB0F-4842-AEED-DA32DF802DF3}">
      <dgm:prSet/>
      <dgm:spPr/>
      <dgm:t>
        <a:bodyPr/>
        <a:lstStyle/>
        <a:p>
          <a:endParaRPr lang="en-US"/>
        </a:p>
      </dgm:t>
    </dgm:pt>
    <dgm:pt modelId="{E9C77E9C-12B6-40F4-BCA2-51C59A0DBE13}" type="sibTrans" cxnId="{DDB2DAAD-EB0F-4842-AEED-DA32DF802DF3}">
      <dgm:prSet/>
      <dgm:spPr/>
      <dgm:t>
        <a:bodyPr/>
        <a:lstStyle/>
        <a:p>
          <a:endParaRPr lang="en-US"/>
        </a:p>
      </dgm:t>
    </dgm:pt>
    <dgm:pt modelId="{C2C01D65-8D7D-421F-91FB-914B1DC725C7}">
      <dgm:prSet/>
      <dgm:spPr/>
      <dgm:t>
        <a:bodyPr/>
        <a:lstStyle/>
        <a:p>
          <a:r>
            <a:rPr lang="en-US"/>
            <a:t>Prediction </a:t>
          </a:r>
        </a:p>
      </dgm:t>
    </dgm:pt>
    <dgm:pt modelId="{F37E38FF-78AA-4151-BF8B-62663F118200}" type="parTrans" cxnId="{4C5359B3-7A9C-48B7-A333-8EC5C1C42782}">
      <dgm:prSet/>
      <dgm:spPr/>
      <dgm:t>
        <a:bodyPr/>
        <a:lstStyle/>
        <a:p>
          <a:endParaRPr lang="en-US"/>
        </a:p>
      </dgm:t>
    </dgm:pt>
    <dgm:pt modelId="{78A42BBB-7F41-464F-87A3-2CE28ED95601}" type="sibTrans" cxnId="{4C5359B3-7A9C-48B7-A333-8EC5C1C42782}">
      <dgm:prSet/>
      <dgm:spPr/>
      <dgm:t>
        <a:bodyPr/>
        <a:lstStyle/>
        <a:p>
          <a:endParaRPr lang="en-US"/>
        </a:p>
      </dgm:t>
    </dgm:pt>
    <dgm:pt modelId="{A17DA3E6-9D91-4C5A-85D3-28D38A6E4390}">
      <dgm:prSet/>
      <dgm:spPr/>
      <dgm:t>
        <a:bodyPr/>
        <a:lstStyle/>
        <a:p>
          <a:r>
            <a:rPr lang="en-US"/>
            <a:t>Performance Evaluation </a:t>
          </a:r>
        </a:p>
      </dgm:t>
    </dgm:pt>
    <dgm:pt modelId="{13D97B9C-2EE0-4CE7-AC0A-3A661661ED70}" type="parTrans" cxnId="{E6E954A1-6B01-42B3-BD30-A023FF17C7A1}">
      <dgm:prSet/>
      <dgm:spPr/>
      <dgm:t>
        <a:bodyPr/>
        <a:lstStyle/>
        <a:p>
          <a:endParaRPr lang="en-US"/>
        </a:p>
      </dgm:t>
    </dgm:pt>
    <dgm:pt modelId="{E1FD2D44-5772-4573-9DE7-E65C5CCA3D1F}" type="sibTrans" cxnId="{E6E954A1-6B01-42B3-BD30-A023FF17C7A1}">
      <dgm:prSet/>
      <dgm:spPr/>
      <dgm:t>
        <a:bodyPr/>
        <a:lstStyle/>
        <a:p>
          <a:endParaRPr lang="en-US"/>
        </a:p>
      </dgm:t>
    </dgm:pt>
    <dgm:pt modelId="{EF2627EC-5B9F-4C9C-88BA-B846C99B944B}">
      <dgm:prSet/>
      <dgm:spPr/>
      <dgm:t>
        <a:bodyPr/>
        <a:lstStyle/>
        <a:p>
          <a:r>
            <a:rPr lang="en-US"/>
            <a:t>This pipeline ensures accurate seizure detection.</a:t>
          </a:r>
        </a:p>
      </dgm:t>
    </dgm:pt>
    <dgm:pt modelId="{2EDA613A-5915-429E-AF47-7C4480ED2C23}" type="parTrans" cxnId="{5B31FC88-F4CD-4636-A64C-C418371FEE74}">
      <dgm:prSet/>
      <dgm:spPr/>
      <dgm:t>
        <a:bodyPr/>
        <a:lstStyle/>
        <a:p>
          <a:endParaRPr lang="en-US"/>
        </a:p>
      </dgm:t>
    </dgm:pt>
    <dgm:pt modelId="{DDC3D5AC-C0A8-4A15-86DF-93C0946C9F2F}" type="sibTrans" cxnId="{5B31FC88-F4CD-4636-A64C-C418371FEE74}">
      <dgm:prSet/>
      <dgm:spPr/>
      <dgm:t>
        <a:bodyPr/>
        <a:lstStyle/>
        <a:p>
          <a:endParaRPr lang="en-US"/>
        </a:p>
      </dgm:t>
    </dgm:pt>
    <dgm:pt modelId="{377842B2-6D9E-435A-B200-06EAFBF20672}" type="pres">
      <dgm:prSet presAssocID="{5A3824AB-B97E-4AF4-A8C0-856C21399EB9}" presName="root" presStyleCnt="0">
        <dgm:presLayoutVars>
          <dgm:dir/>
          <dgm:resizeHandles val="exact"/>
        </dgm:presLayoutVars>
      </dgm:prSet>
      <dgm:spPr/>
    </dgm:pt>
    <dgm:pt modelId="{F90AEFA1-00AB-4007-8AF5-4807B114B0F9}" type="pres">
      <dgm:prSet presAssocID="{5A3824AB-B97E-4AF4-A8C0-856C21399EB9}" presName="container" presStyleCnt="0">
        <dgm:presLayoutVars>
          <dgm:dir/>
          <dgm:resizeHandles val="exact"/>
        </dgm:presLayoutVars>
      </dgm:prSet>
      <dgm:spPr/>
    </dgm:pt>
    <dgm:pt modelId="{01FEAEBF-C10B-4B21-84CA-5A8A463190F0}" type="pres">
      <dgm:prSet presAssocID="{9BCEA485-35AE-4295-A3CC-6B4FEE7B25B4}" presName="compNode" presStyleCnt="0"/>
      <dgm:spPr/>
    </dgm:pt>
    <dgm:pt modelId="{ABC7841D-F589-4A79-BD18-12B6566CC8E4}" type="pres">
      <dgm:prSet presAssocID="{9BCEA485-35AE-4295-A3CC-6B4FEE7B25B4}" presName="iconBgRect" presStyleLbl="bgShp" presStyleIdx="0" presStyleCnt="7"/>
      <dgm:spPr/>
    </dgm:pt>
    <dgm:pt modelId="{87A4032A-2D27-47C9-9A1D-E1E64B408D6B}" type="pres">
      <dgm:prSet presAssocID="{9BCEA485-35AE-4295-A3CC-6B4FEE7B25B4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11B5CE8-3891-4002-BCCC-41C7671CBCDA}" type="pres">
      <dgm:prSet presAssocID="{9BCEA485-35AE-4295-A3CC-6B4FEE7B25B4}" presName="spaceRect" presStyleCnt="0"/>
      <dgm:spPr/>
    </dgm:pt>
    <dgm:pt modelId="{286DFD9F-B866-44DA-9270-37D4CEF69D70}" type="pres">
      <dgm:prSet presAssocID="{9BCEA485-35AE-4295-A3CC-6B4FEE7B25B4}" presName="textRect" presStyleLbl="revTx" presStyleIdx="0" presStyleCnt="7">
        <dgm:presLayoutVars>
          <dgm:chMax val="1"/>
          <dgm:chPref val="1"/>
        </dgm:presLayoutVars>
      </dgm:prSet>
      <dgm:spPr/>
    </dgm:pt>
    <dgm:pt modelId="{9A710857-670D-4AFA-A770-1B252704E9DE}" type="pres">
      <dgm:prSet presAssocID="{665AFE6A-37B6-448C-BDBD-FAB6E58010CE}" presName="sibTrans" presStyleLbl="sibTrans2D1" presStyleIdx="0" presStyleCnt="0"/>
      <dgm:spPr/>
    </dgm:pt>
    <dgm:pt modelId="{A7DC3197-84C8-4D57-914B-AC04E1EC7B48}" type="pres">
      <dgm:prSet presAssocID="{FB626337-A7AA-44BE-A2E3-1E7CDB8405BE}" presName="compNode" presStyleCnt="0"/>
      <dgm:spPr/>
    </dgm:pt>
    <dgm:pt modelId="{2786A3C4-540E-4135-A590-719ADA06DA7F}" type="pres">
      <dgm:prSet presAssocID="{FB626337-A7AA-44BE-A2E3-1E7CDB8405BE}" presName="iconBgRect" presStyleLbl="bgShp" presStyleIdx="1" presStyleCnt="7"/>
      <dgm:spPr/>
    </dgm:pt>
    <dgm:pt modelId="{97653F20-A4FC-49E0-840F-E0E5F0DC4B8E}" type="pres">
      <dgm:prSet presAssocID="{FB626337-A7AA-44BE-A2E3-1E7CDB8405BE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6222598-565E-44DA-B731-756388330F43}" type="pres">
      <dgm:prSet presAssocID="{FB626337-A7AA-44BE-A2E3-1E7CDB8405BE}" presName="spaceRect" presStyleCnt="0"/>
      <dgm:spPr/>
    </dgm:pt>
    <dgm:pt modelId="{637CD017-4D31-45AF-A137-5A94C3D3884C}" type="pres">
      <dgm:prSet presAssocID="{FB626337-A7AA-44BE-A2E3-1E7CDB8405BE}" presName="textRect" presStyleLbl="revTx" presStyleIdx="1" presStyleCnt="7">
        <dgm:presLayoutVars>
          <dgm:chMax val="1"/>
          <dgm:chPref val="1"/>
        </dgm:presLayoutVars>
      </dgm:prSet>
      <dgm:spPr/>
    </dgm:pt>
    <dgm:pt modelId="{76CFB688-D96C-433E-B524-B0E302340585}" type="pres">
      <dgm:prSet presAssocID="{64D32112-0A06-48AC-A252-0519753335AF}" presName="sibTrans" presStyleLbl="sibTrans2D1" presStyleIdx="0" presStyleCnt="0"/>
      <dgm:spPr/>
    </dgm:pt>
    <dgm:pt modelId="{D3EAB0FA-8671-4906-BD8C-A07E5C81C73D}" type="pres">
      <dgm:prSet presAssocID="{5D752525-59BB-469D-A31F-5DE94F7308F0}" presName="compNode" presStyleCnt="0"/>
      <dgm:spPr/>
    </dgm:pt>
    <dgm:pt modelId="{81EE7CD9-63AC-46B1-9DD9-7CEBBA7CD67C}" type="pres">
      <dgm:prSet presAssocID="{5D752525-59BB-469D-A31F-5DE94F7308F0}" presName="iconBgRect" presStyleLbl="bgShp" presStyleIdx="2" presStyleCnt="7"/>
      <dgm:spPr/>
    </dgm:pt>
    <dgm:pt modelId="{CD892212-56F1-4AFF-9562-4D3DBC71288E}" type="pres">
      <dgm:prSet presAssocID="{5D752525-59BB-469D-A31F-5DE94F7308F0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3F76B32D-FFBC-4A3D-881A-C783D9DBDD2D}" type="pres">
      <dgm:prSet presAssocID="{5D752525-59BB-469D-A31F-5DE94F7308F0}" presName="spaceRect" presStyleCnt="0"/>
      <dgm:spPr/>
    </dgm:pt>
    <dgm:pt modelId="{D644DAA3-C548-46C1-81A2-C8F304096F8B}" type="pres">
      <dgm:prSet presAssocID="{5D752525-59BB-469D-A31F-5DE94F7308F0}" presName="textRect" presStyleLbl="revTx" presStyleIdx="2" presStyleCnt="7">
        <dgm:presLayoutVars>
          <dgm:chMax val="1"/>
          <dgm:chPref val="1"/>
        </dgm:presLayoutVars>
      </dgm:prSet>
      <dgm:spPr/>
    </dgm:pt>
    <dgm:pt modelId="{157007DC-24B9-401A-91FF-2AB1D6E7039C}" type="pres">
      <dgm:prSet presAssocID="{256B6232-0548-4EBD-853B-7465474BEA6B}" presName="sibTrans" presStyleLbl="sibTrans2D1" presStyleIdx="0" presStyleCnt="0"/>
      <dgm:spPr/>
    </dgm:pt>
    <dgm:pt modelId="{06008090-2C0F-41E3-BA41-773FA91DD38A}" type="pres">
      <dgm:prSet presAssocID="{CA4F1633-EA04-4627-8408-BFC0CDFB35EA}" presName="compNode" presStyleCnt="0"/>
      <dgm:spPr/>
    </dgm:pt>
    <dgm:pt modelId="{17CC94BC-D152-4751-B193-56E10A36BF7E}" type="pres">
      <dgm:prSet presAssocID="{CA4F1633-EA04-4627-8408-BFC0CDFB35EA}" presName="iconBgRect" presStyleLbl="bgShp" presStyleIdx="3" presStyleCnt="7"/>
      <dgm:spPr/>
    </dgm:pt>
    <dgm:pt modelId="{6F7E2C56-D555-4D2F-94A2-143F71277B55}" type="pres">
      <dgm:prSet presAssocID="{CA4F1633-EA04-4627-8408-BFC0CDFB35EA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349DECD9-2AA6-447B-B818-F6B95CC967FE}" type="pres">
      <dgm:prSet presAssocID="{CA4F1633-EA04-4627-8408-BFC0CDFB35EA}" presName="spaceRect" presStyleCnt="0"/>
      <dgm:spPr/>
    </dgm:pt>
    <dgm:pt modelId="{ED186B71-442A-4C44-BE4F-81B3114236F6}" type="pres">
      <dgm:prSet presAssocID="{CA4F1633-EA04-4627-8408-BFC0CDFB35EA}" presName="textRect" presStyleLbl="revTx" presStyleIdx="3" presStyleCnt="7">
        <dgm:presLayoutVars>
          <dgm:chMax val="1"/>
          <dgm:chPref val="1"/>
        </dgm:presLayoutVars>
      </dgm:prSet>
      <dgm:spPr/>
    </dgm:pt>
    <dgm:pt modelId="{021F2DAA-591E-4D48-83A7-45A20833AEEF}" type="pres">
      <dgm:prSet presAssocID="{E9C77E9C-12B6-40F4-BCA2-51C59A0DBE13}" presName="sibTrans" presStyleLbl="sibTrans2D1" presStyleIdx="0" presStyleCnt="0"/>
      <dgm:spPr/>
    </dgm:pt>
    <dgm:pt modelId="{96249341-C74C-4E78-8A54-4FFD06923984}" type="pres">
      <dgm:prSet presAssocID="{C2C01D65-8D7D-421F-91FB-914B1DC725C7}" presName="compNode" presStyleCnt="0"/>
      <dgm:spPr/>
    </dgm:pt>
    <dgm:pt modelId="{9B27FA97-74C5-47C7-959F-B66608A55271}" type="pres">
      <dgm:prSet presAssocID="{C2C01D65-8D7D-421F-91FB-914B1DC725C7}" presName="iconBgRect" presStyleLbl="bgShp" presStyleIdx="4" presStyleCnt="7"/>
      <dgm:spPr/>
    </dgm:pt>
    <dgm:pt modelId="{8AC28DD0-0F77-41B9-9F28-222829687115}" type="pres">
      <dgm:prSet presAssocID="{C2C01D65-8D7D-421F-91FB-914B1DC725C7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1D226F3-3F92-418F-9E63-DB9401922C1D}" type="pres">
      <dgm:prSet presAssocID="{C2C01D65-8D7D-421F-91FB-914B1DC725C7}" presName="spaceRect" presStyleCnt="0"/>
      <dgm:spPr/>
    </dgm:pt>
    <dgm:pt modelId="{4D705804-A490-48C3-971C-DAC75BA7B17B}" type="pres">
      <dgm:prSet presAssocID="{C2C01D65-8D7D-421F-91FB-914B1DC725C7}" presName="textRect" presStyleLbl="revTx" presStyleIdx="4" presStyleCnt="7">
        <dgm:presLayoutVars>
          <dgm:chMax val="1"/>
          <dgm:chPref val="1"/>
        </dgm:presLayoutVars>
      </dgm:prSet>
      <dgm:spPr/>
    </dgm:pt>
    <dgm:pt modelId="{E568E6EA-CE1D-41AF-AF11-9C1806087446}" type="pres">
      <dgm:prSet presAssocID="{78A42BBB-7F41-464F-87A3-2CE28ED95601}" presName="sibTrans" presStyleLbl="sibTrans2D1" presStyleIdx="0" presStyleCnt="0"/>
      <dgm:spPr/>
    </dgm:pt>
    <dgm:pt modelId="{37A44A7B-6A97-45B0-84DB-BE1171801D5F}" type="pres">
      <dgm:prSet presAssocID="{A17DA3E6-9D91-4C5A-85D3-28D38A6E4390}" presName="compNode" presStyleCnt="0"/>
      <dgm:spPr/>
    </dgm:pt>
    <dgm:pt modelId="{1155BF46-662E-4383-A26C-2121455332E1}" type="pres">
      <dgm:prSet presAssocID="{A17DA3E6-9D91-4C5A-85D3-28D38A6E4390}" presName="iconBgRect" presStyleLbl="bgShp" presStyleIdx="5" presStyleCnt="7"/>
      <dgm:spPr/>
    </dgm:pt>
    <dgm:pt modelId="{D3C1691D-B40C-4582-B221-E55E194A5E39}" type="pres">
      <dgm:prSet presAssocID="{A17DA3E6-9D91-4C5A-85D3-28D38A6E4390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51E523F-AC60-42DE-A696-003893989E0F}" type="pres">
      <dgm:prSet presAssocID="{A17DA3E6-9D91-4C5A-85D3-28D38A6E4390}" presName="spaceRect" presStyleCnt="0"/>
      <dgm:spPr/>
    </dgm:pt>
    <dgm:pt modelId="{462586B4-53DD-4420-A942-BB0C550D490B}" type="pres">
      <dgm:prSet presAssocID="{A17DA3E6-9D91-4C5A-85D3-28D38A6E4390}" presName="textRect" presStyleLbl="revTx" presStyleIdx="5" presStyleCnt="7">
        <dgm:presLayoutVars>
          <dgm:chMax val="1"/>
          <dgm:chPref val="1"/>
        </dgm:presLayoutVars>
      </dgm:prSet>
      <dgm:spPr/>
    </dgm:pt>
    <dgm:pt modelId="{5076720B-F1B6-467E-A339-1600DC2466E4}" type="pres">
      <dgm:prSet presAssocID="{E1FD2D44-5772-4573-9DE7-E65C5CCA3D1F}" presName="sibTrans" presStyleLbl="sibTrans2D1" presStyleIdx="0" presStyleCnt="0"/>
      <dgm:spPr/>
    </dgm:pt>
    <dgm:pt modelId="{D9600671-BB69-43CA-B6ED-98EE92AF1632}" type="pres">
      <dgm:prSet presAssocID="{EF2627EC-5B9F-4C9C-88BA-B846C99B944B}" presName="compNode" presStyleCnt="0"/>
      <dgm:spPr/>
    </dgm:pt>
    <dgm:pt modelId="{485F04BC-A824-4FE5-B572-5B290EBDC612}" type="pres">
      <dgm:prSet presAssocID="{EF2627EC-5B9F-4C9C-88BA-B846C99B944B}" presName="iconBgRect" presStyleLbl="bgShp" presStyleIdx="6" presStyleCnt="7"/>
      <dgm:spPr/>
    </dgm:pt>
    <dgm:pt modelId="{1DC8458C-F47B-47BE-B7D4-04A96722281A}" type="pres">
      <dgm:prSet presAssocID="{EF2627EC-5B9F-4C9C-88BA-B846C99B944B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15F211B5-822D-4475-B834-49E6266F4C76}" type="pres">
      <dgm:prSet presAssocID="{EF2627EC-5B9F-4C9C-88BA-B846C99B944B}" presName="spaceRect" presStyleCnt="0"/>
      <dgm:spPr/>
    </dgm:pt>
    <dgm:pt modelId="{558161E7-A410-49C3-A3A0-37E70536BC49}" type="pres">
      <dgm:prSet presAssocID="{EF2627EC-5B9F-4C9C-88BA-B846C99B944B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D47DA401-0974-463B-A3A3-A395CF57C874}" type="presOf" srcId="{C2C01D65-8D7D-421F-91FB-914B1DC725C7}" destId="{4D705804-A490-48C3-971C-DAC75BA7B17B}" srcOrd="0" destOrd="0" presId="urn:microsoft.com/office/officeart/2018/2/layout/IconCircleList"/>
    <dgm:cxn modelId="{9E6DBC08-5C8D-44CC-AB8B-E287931F403A}" type="presOf" srcId="{E1FD2D44-5772-4573-9DE7-E65C5CCA3D1F}" destId="{5076720B-F1B6-467E-A339-1600DC2466E4}" srcOrd="0" destOrd="0" presId="urn:microsoft.com/office/officeart/2018/2/layout/IconCircleList"/>
    <dgm:cxn modelId="{DD07850B-301B-4CF4-A535-34DB86045AF1}" type="presOf" srcId="{64D32112-0A06-48AC-A252-0519753335AF}" destId="{76CFB688-D96C-433E-B524-B0E302340585}" srcOrd="0" destOrd="0" presId="urn:microsoft.com/office/officeart/2018/2/layout/IconCircleList"/>
    <dgm:cxn modelId="{C2181435-6AA7-42F7-A9F7-13A6CBD34023}" type="presOf" srcId="{E9C77E9C-12B6-40F4-BCA2-51C59A0DBE13}" destId="{021F2DAA-591E-4D48-83A7-45A20833AEEF}" srcOrd="0" destOrd="0" presId="urn:microsoft.com/office/officeart/2018/2/layout/IconCircleList"/>
    <dgm:cxn modelId="{A650C037-3885-4A72-8BA8-D32FE5D7096F}" type="presOf" srcId="{665AFE6A-37B6-448C-BDBD-FAB6E58010CE}" destId="{9A710857-670D-4AFA-A770-1B252704E9DE}" srcOrd="0" destOrd="0" presId="urn:microsoft.com/office/officeart/2018/2/layout/IconCircleList"/>
    <dgm:cxn modelId="{3997AB47-6C1F-4678-B80F-9CC22DA94743}" type="presOf" srcId="{5D752525-59BB-469D-A31F-5DE94F7308F0}" destId="{D644DAA3-C548-46C1-81A2-C8F304096F8B}" srcOrd="0" destOrd="0" presId="urn:microsoft.com/office/officeart/2018/2/layout/IconCircleList"/>
    <dgm:cxn modelId="{87FA7E4A-361D-41ED-9CE7-D4A73CB3C3C2}" type="presOf" srcId="{FB626337-A7AA-44BE-A2E3-1E7CDB8405BE}" destId="{637CD017-4D31-45AF-A137-5A94C3D3884C}" srcOrd="0" destOrd="0" presId="urn:microsoft.com/office/officeart/2018/2/layout/IconCircleList"/>
    <dgm:cxn modelId="{F756804F-DBA2-49C3-B7F8-64F29F966594}" type="presOf" srcId="{EF2627EC-5B9F-4C9C-88BA-B846C99B944B}" destId="{558161E7-A410-49C3-A3A0-37E70536BC49}" srcOrd="0" destOrd="0" presId="urn:microsoft.com/office/officeart/2018/2/layout/IconCircleList"/>
    <dgm:cxn modelId="{93ADFD7D-D745-4E6B-8558-D50B91BD358E}" type="presOf" srcId="{5A3824AB-B97E-4AF4-A8C0-856C21399EB9}" destId="{377842B2-6D9E-435A-B200-06EAFBF20672}" srcOrd="0" destOrd="0" presId="urn:microsoft.com/office/officeart/2018/2/layout/IconCircleList"/>
    <dgm:cxn modelId="{5658D57E-37EC-4850-9914-F00A859ACA25}" type="presOf" srcId="{256B6232-0548-4EBD-853B-7465474BEA6B}" destId="{157007DC-24B9-401A-91FF-2AB1D6E7039C}" srcOrd="0" destOrd="0" presId="urn:microsoft.com/office/officeart/2018/2/layout/IconCircleList"/>
    <dgm:cxn modelId="{E314707F-8C46-424A-8BE6-6DBA4676D731}" srcId="{5A3824AB-B97E-4AF4-A8C0-856C21399EB9}" destId="{FB626337-A7AA-44BE-A2E3-1E7CDB8405BE}" srcOrd="1" destOrd="0" parTransId="{775B6A9B-3AD5-4BDB-BA44-B0E7DBD73721}" sibTransId="{64D32112-0A06-48AC-A252-0519753335AF}"/>
    <dgm:cxn modelId="{5B31FC88-F4CD-4636-A64C-C418371FEE74}" srcId="{5A3824AB-B97E-4AF4-A8C0-856C21399EB9}" destId="{EF2627EC-5B9F-4C9C-88BA-B846C99B944B}" srcOrd="6" destOrd="0" parTransId="{2EDA613A-5915-429E-AF47-7C4480ED2C23}" sibTransId="{DDC3D5AC-C0A8-4A15-86DF-93C0946C9F2F}"/>
    <dgm:cxn modelId="{E6E954A1-6B01-42B3-BD30-A023FF17C7A1}" srcId="{5A3824AB-B97E-4AF4-A8C0-856C21399EB9}" destId="{A17DA3E6-9D91-4C5A-85D3-28D38A6E4390}" srcOrd="5" destOrd="0" parTransId="{13D97B9C-2EE0-4CE7-AC0A-3A661661ED70}" sibTransId="{E1FD2D44-5772-4573-9DE7-E65C5CCA3D1F}"/>
    <dgm:cxn modelId="{DDB2DAAD-EB0F-4842-AEED-DA32DF802DF3}" srcId="{5A3824AB-B97E-4AF4-A8C0-856C21399EB9}" destId="{CA4F1633-EA04-4627-8408-BFC0CDFB35EA}" srcOrd="3" destOrd="0" parTransId="{CE40E47B-D562-4E7A-8841-56AD3D697EED}" sibTransId="{E9C77E9C-12B6-40F4-BCA2-51C59A0DBE13}"/>
    <dgm:cxn modelId="{4C5359B3-7A9C-48B7-A333-8EC5C1C42782}" srcId="{5A3824AB-B97E-4AF4-A8C0-856C21399EB9}" destId="{C2C01D65-8D7D-421F-91FB-914B1DC725C7}" srcOrd="4" destOrd="0" parTransId="{F37E38FF-78AA-4151-BF8B-62663F118200}" sibTransId="{78A42BBB-7F41-464F-87A3-2CE28ED95601}"/>
    <dgm:cxn modelId="{F92713B4-43D6-4365-B4BA-6ECB5030ECD3}" srcId="{5A3824AB-B97E-4AF4-A8C0-856C21399EB9}" destId="{9BCEA485-35AE-4295-A3CC-6B4FEE7B25B4}" srcOrd="0" destOrd="0" parTransId="{57E8018F-0DC5-402E-AAC9-61AD0359BD96}" sibTransId="{665AFE6A-37B6-448C-BDBD-FAB6E58010CE}"/>
    <dgm:cxn modelId="{639C48BC-33D3-4228-A5A1-AD4E511137AC}" type="presOf" srcId="{78A42BBB-7F41-464F-87A3-2CE28ED95601}" destId="{E568E6EA-CE1D-41AF-AF11-9C1806087446}" srcOrd="0" destOrd="0" presId="urn:microsoft.com/office/officeart/2018/2/layout/IconCircleList"/>
    <dgm:cxn modelId="{673C27CD-6955-4597-AA70-6BFC216E0372}" type="presOf" srcId="{A17DA3E6-9D91-4C5A-85D3-28D38A6E4390}" destId="{462586B4-53DD-4420-A942-BB0C550D490B}" srcOrd="0" destOrd="0" presId="urn:microsoft.com/office/officeart/2018/2/layout/IconCircleList"/>
    <dgm:cxn modelId="{F9C043D9-3119-4E56-945A-FEB2548990CD}" type="presOf" srcId="{9BCEA485-35AE-4295-A3CC-6B4FEE7B25B4}" destId="{286DFD9F-B866-44DA-9270-37D4CEF69D70}" srcOrd="0" destOrd="0" presId="urn:microsoft.com/office/officeart/2018/2/layout/IconCircleList"/>
    <dgm:cxn modelId="{5E6D2AE8-906B-4186-94A7-1FB0F5CC82A3}" srcId="{5A3824AB-B97E-4AF4-A8C0-856C21399EB9}" destId="{5D752525-59BB-469D-A31F-5DE94F7308F0}" srcOrd="2" destOrd="0" parTransId="{647EEEBF-6E76-410B-8C81-EC083F0C4994}" sibTransId="{256B6232-0548-4EBD-853B-7465474BEA6B}"/>
    <dgm:cxn modelId="{7DA75CE9-9EE5-4B40-987A-7C7275D2D36D}" type="presOf" srcId="{CA4F1633-EA04-4627-8408-BFC0CDFB35EA}" destId="{ED186B71-442A-4C44-BE4F-81B3114236F6}" srcOrd="0" destOrd="0" presId="urn:microsoft.com/office/officeart/2018/2/layout/IconCircleList"/>
    <dgm:cxn modelId="{852A56B1-787E-4A0D-8FA2-BF02528C64B0}" type="presParOf" srcId="{377842B2-6D9E-435A-B200-06EAFBF20672}" destId="{F90AEFA1-00AB-4007-8AF5-4807B114B0F9}" srcOrd="0" destOrd="0" presId="urn:microsoft.com/office/officeart/2018/2/layout/IconCircleList"/>
    <dgm:cxn modelId="{86CDEBF1-3516-4EE2-A774-4D6DDBC9375D}" type="presParOf" srcId="{F90AEFA1-00AB-4007-8AF5-4807B114B0F9}" destId="{01FEAEBF-C10B-4B21-84CA-5A8A463190F0}" srcOrd="0" destOrd="0" presId="urn:microsoft.com/office/officeart/2018/2/layout/IconCircleList"/>
    <dgm:cxn modelId="{979DEA90-2176-4CCB-BBFC-FC18467FD4C0}" type="presParOf" srcId="{01FEAEBF-C10B-4B21-84CA-5A8A463190F0}" destId="{ABC7841D-F589-4A79-BD18-12B6566CC8E4}" srcOrd="0" destOrd="0" presId="urn:microsoft.com/office/officeart/2018/2/layout/IconCircleList"/>
    <dgm:cxn modelId="{D7795B8D-0038-4D27-A54D-F727A30157BD}" type="presParOf" srcId="{01FEAEBF-C10B-4B21-84CA-5A8A463190F0}" destId="{87A4032A-2D27-47C9-9A1D-E1E64B408D6B}" srcOrd="1" destOrd="0" presId="urn:microsoft.com/office/officeart/2018/2/layout/IconCircleList"/>
    <dgm:cxn modelId="{70386EA2-A08C-4941-BFB1-D2B5A9F094C6}" type="presParOf" srcId="{01FEAEBF-C10B-4B21-84CA-5A8A463190F0}" destId="{B11B5CE8-3891-4002-BCCC-41C7671CBCDA}" srcOrd="2" destOrd="0" presId="urn:microsoft.com/office/officeart/2018/2/layout/IconCircleList"/>
    <dgm:cxn modelId="{EF31BD74-77F6-4D07-8A4C-FB2304913C79}" type="presParOf" srcId="{01FEAEBF-C10B-4B21-84CA-5A8A463190F0}" destId="{286DFD9F-B866-44DA-9270-37D4CEF69D70}" srcOrd="3" destOrd="0" presId="urn:microsoft.com/office/officeart/2018/2/layout/IconCircleList"/>
    <dgm:cxn modelId="{D2D7B977-9A3D-4DB7-837C-8AD4671A0321}" type="presParOf" srcId="{F90AEFA1-00AB-4007-8AF5-4807B114B0F9}" destId="{9A710857-670D-4AFA-A770-1B252704E9DE}" srcOrd="1" destOrd="0" presId="urn:microsoft.com/office/officeart/2018/2/layout/IconCircleList"/>
    <dgm:cxn modelId="{1A1F6AC4-9843-4ABE-97BE-931CC5EE5617}" type="presParOf" srcId="{F90AEFA1-00AB-4007-8AF5-4807B114B0F9}" destId="{A7DC3197-84C8-4D57-914B-AC04E1EC7B48}" srcOrd="2" destOrd="0" presId="urn:microsoft.com/office/officeart/2018/2/layout/IconCircleList"/>
    <dgm:cxn modelId="{8DD32E8F-09CA-47D6-A5DE-25E6E3442F5D}" type="presParOf" srcId="{A7DC3197-84C8-4D57-914B-AC04E1EC7B48}" destId="{2786A3C4-540E-4135-A590-719ADA06DA7F}" srcOrd="0" destOrd="0" presId="urn:microsoft.com/office/officeart/2018/2/layout/IconCircleList"/>
    <dgm:cxn modelId="{FFBF42CE-A191-45C0-A6BF-005F12B3B80A}" type="presParOf" srcId="{A7DC3197-84C8-4D57-914B-AC04E1EC7B48}" destId="{97653F20-A4FC-49E0-840F-E0E5F0DC4B8E}" srcOrd="1" destOrd="0" presId="urn:microsoft.com/office/officeart/2018/2/layout/IconCircleList"/>
    <dgm:cxn modelId="{861AE652-30C1-4FBF-A495-F02185818C70}" type="presParOf" srcId="{A7DC3197-84C8-4D57-914B-AC04E1EC7B48}" destId="{46222598-565E-44DA-B731-756388330F43}" srcOrd="2" destOrd="0" presId="urn:microsoft.com/office/officeart/2018/2/layout/IconCircleList"/>
    <dgm:cxn modelId="{246DD14D-3CA2-4255-98BE-DC17E0088487}" type="presParOf" srcId="{A7DC3197-84C8-4D57-914B-AC04E1EC7B48}" destId="{637CD017-4D31-45AF-A137-5A94C3D3884C}" srcOrd="3" destOrd="0" presId="urn:microsoft.com/office/officeart/2018/2/layout/IconCircleList"/>
    <dgm:cxn modelId="{5D10110F-F7AC-47E8-BAE2-843153C91356}" type="presParOf" srcId="{F90AEFA1-00AB-4007-8AF5-4807B114B0F9}" destId="{76CFB688-D96C-433E-B524-B0E302340585}" srcOrd="3" destOrd="0" presId="urn:microsoft.com/office/officeart/2018/2/layout/IconCircleList"/>
    <dgm:cxn modelId="{BA67FDB8-9839-4582-840A-C7534BB3E044}" type="presParOf" srcId="{F90AEFA1-00AB-4007-8AF5-4807B114B0F9}" destId="{D3EAB0FA-8671-4906-BD8C-A07E5C81C73D}" srcOrd="4" destOrd="0" presId="urn:microsoft.com/office/officeart/2018/2/layout/IconCircleList"/>
    <dgm:cxn modelId="{F94DBA00-9288-4A15-A54D-947E23DCED02}" type="presParOf" srcId="{D3EAB0FA-8671-4906-BD8C-A07E5C81C73D}" destId="{81EE7CD9-63AC-46B1-9DD9-7CEBBA7CD67C}" srcOrd="0" destOrd="0" presId="urn:microsoft.com/office/officeart/2018/2/layout/IconCircleList"/>
    <dgm:cxn modelId="{04CA0C2D-F570-413A-A988-9A29DB8842DD}" type="presParOf" srcId="{D3EAB0FA-8671-4906-BD8C-A07E5C81C73D}" destId="{CD892212-56F1-4AFF-9562-4D3DBC71288E}" srcOrd="1" destOrd="0" presId="urn:microsoft.com/office/officeart/2018/2/layout/IconCircleList"/>
    <dgm:cxn modelId="{3867E5AB-E9CB-46F0-B39F-B1F41EDA94E5}" type="presParOf" srcId="{D3EAB0FA-8671-4906-BD8C-A07E5C81C73D}" destId="{3F76B32D-FFBC-4A3D-881A-C783D9DBDD2D}" srcOrd="2" destOrd="0" presId="urn:microsoft.com/office/officeart/2018/2/layout/IconCircleList"/>
    <dgm:cxn modelId="{696F5165-F188-4599-ACF8-1BA29810B84A}" type="presParOf" srcId="{D3EAB0FA-8671-4906-BD8C-A07E5C81C73D}" destId="{D644DAA3-C548-46C1-81A2-C8F304096F8B}" srcOrd="3" destOrd="0" presId="urn:microsoft.com/office/officeart/2018/2/layout/IconCircleList"/>
    <dgm:cxn modelId="{C2F34281-60F8-4BDC-A67D-E0E81D5017BA}" type="presParOf" srcId="{F90AEFA1-00AB-4007-8AF5-4807B114B0F9}" destId="{157007DC-24B9-401A-91FF-2AB1D6E7039C}" srcOrd="5" destOrd="0" presId="urn:microsoft.com/office/officeart/2018/2/layout/IconCircleList"/>
    <dgm:cxn modelId="{A97355AC-A80A-49B9-B011-1F9968550AB8}" type="presParOf" srcId="{F90AEFA1-00AB-4007-8AF5-4807B114B0F9}" destId="{06008090-2C0F-41E3-BA41-773FA91DD38A}" srcOrd="6" destOrd="0" presId="urn:microsoft.com/office/officeart/2018/2/layout/IconCircleList"/>
    <dgm:cxn modelId="{07926880-17B7-4A53-BCB1-CD13D3D0E787}" type="presParOf" srcId="{06008090-2C0F-41E3-BA41-773FA91DD38A}" destId="{17CC94BC-D152-4751-B193-56E10A36BF7E}" srcOrd="0" destOrd="0" presId="urn:microsoft.com/office/officeart/2018/2/layout/IconCircleList"/>
    <dgm:cxn modelId="{5FC465EB-0B52-451E-80AD-BF975BC46DD4}" type="presParOf" srcId="{06008090-2C0F-41E3-BA41-773FA91DD38A}" destId="{6F7E2C56-D555-4D2F-94A2-143F71277B55}" srcOrd="1" destOrd="0" presId="urn:microsoft.com/office/officeart/2018/2/layout/IconCircleList"/>
    <dgm:cxn modelId="{2A76066E-49AF-48C3-BCB6-072F1F560BBD}" type="presParOf" srcId="{06008090-2C0F-41E3-BA41-773FA91DD38A}" destId="{349DECD9-2AA6-447B-B818-F6B95CC967FE}" srcOrd="2" destOrd="0" presId="urn:microsoft.com/office/officeart/2018/2/layout/IconCircleList"/>
    <dgm:cxn modelId="{7594FD3B-A997-4154-8F9C-AA0BBDEFA294}" type="presParOf" srcId="{06008090-2C0F-41E3-BA41-773FA91DD38A}" destId="{ED186B71-442A-4C44-BE4F-81B3114236F6}" srcOrd="3" destOrd="0" presId="urn:microsoft.com/office/officeart/2018/2/layout/IconCircleList"/>
    <dgm:cxn modelId="{81B4B241-EC92-4C88-AFCC-640011EE9AC4}" type="presParOf" srcId="{F90AEFA1-00AB-4007-8AF5-4807B114B0F9}" destId="{021F2DAA-591E-4D48-83A7-45A20833AEEF}" srcOrd="7" destOrd="0" presId="urn:microsoft.com/office/officeart/2018/2/layout/IconCircleList"/>
    <dgm:cxn modelId="{70091C11-E6F8-4347-86EE-2366CAA40EA9}" type="presParOf" srcId="{F90AEFA1-00AB-4007-8AF5-4807B114B0F9}" destId="{96249341-C74C-4E78-8A54-4FFD06923984}" srcOrd="8" destOrd="0" presId="urn:microsoft.com/office/officeart/2018/2/layout/IconCircleList"/>
    <dgm:cxn modelId="{316A58C3-2FCF-4D14-807D-B94BD8CCF493}" type="presParOf" srcId="{96249341-C74C-4E78-8A54-4FFD06923984}" destId="{9B27FA97-74C5-47C7-959F-B66608A55271}" srcOrd="0" destOrd="0" presId="urn:microsoft.com/office/officeart/2018/2/layout/IconCircleList"/>
    <dgm:cxn modelId="{A49A5201-486E-4816-9133-3E7086EC6815}" type="presParOf" srcId="{96249341-C74C-4E78-8A54-4FFD06923984}" destId="{8AC28DD0-0F77-41B9-9F28-222829687115}" srcOrd="1" destOrd="0" presId="urn:microsoft.com/office/officeart/2018/2/layout/IconCircleList"/>
    <dgm:cxn modelId="{99956194-3888-4649-A6D1-81B2540EF7BF}" type="presParOf" srcId="{96249341-C74C-4E78-8A54-4FFD06923984}" destId="{71D226F3-3F92-418F-9E63-DB9401922C1D}" srcOrd="2" destOrd="0" presId="urn:microsoft.com/office/officeart/2018/2/layout/IconCircleList"/>
    <dgm:cxn modelId="{EFD7C4FD-7268-43D2-AF98-73160E652105}" type="presParOf" srcId="{96249341-C74C-4E78-8A54-4FFD06923984}" destId="{4D705804-A490-48C3-971C-DAC75BA7B17B}" srcOrd="3" destOrd="0" presId="urn:microsoft.com/office/officeart/2018/2/layout/IconCircleList"/>
    <dgm:cxn modelId="{C447787B-9376-4DBD-A319-64283DA34551}" type="presParOf" srcId="{F90AEFA1-00AB-4007-8AF5-4807B114B0F9}" destId="{E568E6EA-CE1D-41AF-AF11-9C1806087446}" srcOrd="9" destOrd="0" presId="urn:microsoft.com/office/officeart/2018/2/layout/IconCircleList"/>
    <dgm:cxn modelId="{D14F193B-8033-4713-B480-BC4740E7B711}" type="presParOf" srcId="{F90AEFA1-00AB-4007-8AF5-4807B114B0F9}" destId="{37A44A7B-6A97-45B0-84DB-BE1171801D5F}" srcOrd="10" destOrd="0" presId="urn:microsoft.com/office/officeart/2018/2/layout/IconCircleList"/>
    <dgm:cxn modelId="{DC7C6B39-FFB9-4BBD-B035-42643382307F}" type="presParOf" srcId="{37A44A7B-6A97-45B0-84DB-BE1171801D5F}" destId="{1155BF46-662E-4383-A26C-2121455332E1}" srcOrd="0" destOrd="0" presId="urn:microsoft.com/office/officeart/2018/2/layout/IconCircleList"/>
    <dgm:cxn modelId="{04FAF7DA-2238-4BFD-B765-3B5169038EF2}" type="presParOf" srcId="{37A44A7B-6A97-45B0-84DB-BE1171801D5F}" destId="{D3C1691D-B40C-4582-B221-E55E194A5E39}" srcOrd="1" destOrd="0" presId="urn:microsoft.com/office/officeart/2018/2/layout/IconCircleList"/>
    <dgm:cxn modelId="{2702A88D-D11C-4526-815F-8436CE4C8E10}" type="presParOf" srcId="{37A44A7B-6A97-45B0-84DB-BE1171801D5F}" destId="{951E523F-AC60-42DE-A696-003893989E0F}" srcOrd="2" destOrd="0" presId="urn:microsoft.com/office/officeart/2018/2/layout/IconCircleList"/>
    <dgm:cxn modelId="{7FB12534-8821-49F6-9D25-7099D81ED2EF}" type="presParOf" srcId="{37A44A7B-6A97-45B0-84DB-BE1171801D5F}" destId="{462586B4-53DD-4420-A942-BB0C550D490B}" srcOrd="3" destOrd="0" presId="urn:microsoft.com/office/officeart/2018/2/layout/IconCircleList"/>
    <dgm:cxn modelId="{82CC82C7-6432-494B-B253-F74FB1B9D255}" type="presParOf" srcId="{F90AEFA1-00AB-4007-8AF5-4807B114B0F9}" destId="{5076720B-F1B6-467E-A339-1600DC2466E4}" srcOrd="11" destOrd="0" presId="urn:microsoft.com/office/officeart/2018/2/layout/IconCircleList"/>
    <dgm:cxn modelId="{3048AEE7-C7C2-49D4-934C-131E1468DE3B}" type="presParOf" srcId="{F90AEFA1-00AB-4007-8AF5-4807B114B0F9}" destId="{D9600671-BB69-43CA-B6ED-98EE92AF1632}" srcOrd="12" destOrd="0" presId="urn:microsoft.com/office/officeart/2018/2/layout/IconCircleList"/>
    <dgm:cxn modelId="{7DC4D238-D2D3-486E-8969-D80F366A3171}" type="presParOf" srcId="{D9600671-BB69-43CA-B6ED-98EE92AF1632}" destId="{485F04BC-A824-4FE5-B572-5B290EBDC612}" srcOrd="0" destOrd="0" presId="urn:microsoft.com/office/officeart/2018/2/layout/IconCircleList"/>
    <dgm:cxn modelId="{CE7FACF3-6164-408C-B15C-4BC8E8989690}" type="presParOf" srcId="{D9600671-BB69-43CA-B6ED-98EE92AF1632}" destId="{1DC8458C-F47B-47BE-B7D4-04A96722281A}" srcOrd="1" destOrd="0" presId="urn:microsoft.com/office/officeart/2018/2/layout/IconCircleList"/>
    <dgm:cxn modelId="{AC7ED4AA-3E4B-442A-A4B0-EDB5B2C152D7}" type="presParOf" srcId="{D9600671-BB69-43CA-B6ED-98EE92AF1632}" destId="{15F211B5-822D-4475-B834-49E6266F4C76}" srcOrd="2" destOrd="0" presId="urn:microsoft.com/office/officeart/2018/2/layout/IconCircleList"/>
    <dgm:cxn modelId="{1847001A-F56F-451B-8757-DCD8AA098C93}" type="presParOf" srcId="{D9600671-BB69-43CA-B6ED-98EE92AF1632}" destId="{558161E7-A410-49C3-A3A0-37E70536BC4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3B6A76-50BB-4508-AD3B-95F1C82456EB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analyze and understand </a:t>
          </a:r>
          <a:r>
            <a:rPr lang="en-US" sz="1600" b="1" kern="1200"/>
            <a:t>raw EEG signal data</a:t>
          </a:r>
          <a:r>
            <a:rPr lang="en-US" sz="1600" kern="1200"/>
            <a:t> for seizure patterns </a:t>
          </a:r>
        </a:p>
      </dsp:txBody>
      <dsp:txXfrm>
        <a:off x="3080" y="587032"/>
        <a:ext cx="2444055" cy="1466433"/>
      </dsp:txXfrm>
    </dsp:sp>
    <dsp:sp modelId="{81262DC6-E468-4814-9CEF-81699A6B86B5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preprocess EEG signals by applying </a:t>
          </a:r>
          <a:r>
            <a:rPr lang="en-US" sz="1600" b="1" kern="1200"/>
            <a:t>normalization and noise reduction techniques</a:t>
          </a:r>
          <a:r>
            <a:rPr lang="en-US" sz="1600" kern="1200"/>
            <a:t> </a:t>
          </a:r>
        </a:p>
      </dsp:txBody>
      <dsp:txXfrm>
        <a:off x="2691541" y="587032"/>
        <a:ext cx="2444055" cy="1466433"/>
      </dsp:txXfrm>
    </dsp:sp>
    <dsp:sp modelId="{35355AB1-90C1-4D85-AB3E-CC388474ED71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design and implement a </a:t>
          </a:r>
          <a:r>
            <a:rPr lang="en-US" sz="1600" b="1" kern="1200"/>
            <a:t>Convolutional Neural Network (CNN)</a:t>
          </a:r>
          <a:r>
            <a:rPr lang="en-US" sz="1600" kern="1200"/>
            <a:t> for automatic feature extraction </a:t>
          </a:r>
        </a:p>
      </dsp:txBody>
      <dsp:txXfrm>
        <a:off x="5380002" y="587032"/>
        <a:ext cx="2444055" cy="1466433"/>
      </dsp:txXfrm>
    </dsp:sp>
    <dsp:sp modelId="{344DE0A6-BFE8-4D48-9CAD-9286A8D25B2E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classify EEG signals into </a:t>
          </a:r>
          <a:r>
            <a:rPr lang="en-US" sz="1600" b="1" kern="1200"/>
            <a:t>seizure and non-seizure categories</a:t>
          </a:r>
          <a:r>
            <a:rPr lang="en-US" sz="1600" kern="1200"/>
            <a:t> </a:t>
          </a:r>
        </a:p>
      </dsp:txBody>
      <dsp:txXfrm>
        <a:off x="8068463" y="587032"/>
        <a:ext cx="2444055" cy="1466433"/>
      </dsp:txXfrm>
    </dsp:sp>
    <dsp:sp modelId="{711D3560-7FD4-4473-A278-C9FCF2B676D2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train and validate the model using </a:t>
          </a:r>
          <a:r>
            <a:rPr lang="en-US" sz="1600" b="1" kern="1200"/>
            <a:t>efficient training techniques</a:t>
          </a:r>
          <a:r>
            <a:rPr lang="en-US" sz="1600" kern="1200"/>
            <a:t> </a:t>
          </a:r>
        </a:p>
      </dsp:txBody>
      <dsp:txXfrm>
        <a:off x="1347311" y="2297871"/>
        <a:ext cx="2444055" cy="1466433"/>
      </dsp:txXfrm>
    </dsp:sp>
    <dsp:sp modelId="{38CD56AB-0296-4F16-BC5A-310D21AF3629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evaluate model performance using metrics such as </a:t>
          </a:r>
          <a:r>
            <a:rPr lang="en-US" sz="1600" b="1" kern="1200"/>
            <a:t>accuracy, precision, recall, and F1-score</a:t>
          </a:r>
          <a:r>
            <a:rPr lang="en-US" sz="1600" kern="1200"/>
            <a:t> </a:t>
          </a:r>
        </a:p>
      </dsp:txBody>
      <dsp:txXfrm>
        <a:off x="4035772" y="2297871"/>
        <a:ext cx="2444055" cy="1466433"/>
      </dsp:txXfrm>
    </dsp:sp>
    <dsp:sp modelId="{C7952DB6-F423-4F37-BFE3-53A4D4D5CEF7}">
      <dsp:nvSpPr>
        <dsp:cNvPr id="0" name=""/>
        <dsp:cNvSpPr/>
      </dsp:nvSpPr>
      <dsp:spPr>
        <a:xfrm>
          <a:off x="6724233" y="2297871"/>
          <a:ext cx="2444055" cy="1466433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develop an </a:t>
          </a:r>
          <a:r>
            <a:rPr lang="en-US" sz="1600" b="1" kern="1200"/>
            <a:t>automated and reliable seizure detection system</a:t>
          </a:r>
          <a:endParaRPr lang="en-US" sz="1600" kern="1200"/>
        </a:p>
      </dsp:txBody>
      <dsp:txXfrm>
        <a:off x="6724233" y="2297871"/>
        <a:ext cx="2444055" cy="1466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C7841D-F589-4A79-BD18-12B6566CC8E4}">
      <dsp:nvSpPr>
        <dsp:cNvPr id="0" name=""/>
        <dsp:cNvSpPr/>
      </dsp:nvSpPr>
      <dsp:spPr>
        <a:xfrm>
          <a:off x="1090511" y="80148"/>
          <a:ext cx="758237" cy="7582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4032A-2D27-47C9-9A1D-E1E64B408D6B}">
      <dsp:nvSpPr>
        <dsp:cNvPr id="0" name=""/>
        <dsp:cNvSpPr/>
      </dsp:nvSpPr>
      <dsp:spPr>
        <a:xfrm>
          <a:off x="1249741" y="239377"/>
          <a:ext cx="439777" cy="4397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DFD9F-B866-44DA-9270-37D4CEF69D70}">
      <dsp:nvSpPr>
        <dsp:cNvPr id="0" name=""/>
        <dsp:cNvSpPr/>
      </dsp:nvSpPr>
      <dsp:spPr>
        <a:xfrm>
          <a:off x="2011228" y="80148"/>
          <a:ext cx="1787272" cy="75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Collection </a:t>
          </a:r>
        </a:p>
      </dsp:txBody>
      <dsp:txXfrm>
        <a:off x="2011228" y="80148"/>
        <a:ext cx="1787272" cy="758237"/>
      </dsp:txXfrm>
    </dsp:sp>
    <dsp:sp modelId="{2786A3C4-540E-4135-A590-719ADA06DA7F}">
      <dsp:nvSpPr>
        <dsp:cNvPr id="0" name=""/>
        <dsp:cNvSpPr/>
      </dsp:nvSpPr>
      <dsp:spPr>
        <a:xfrm>
          <a:off x="4109919" y="80148"/>
          <a:ext cx="758237" cy="7582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653F20-A4FC-49E0-840F-E0E5F0DC4B8E}">
      <dsp:nvSpPr>
        <dsp:cNvPr id="0" name=""/>
        <dsp:cNvSpPr/>
      </dsp:nvSpPr>
      <dsp:spPr>
        <a:xfrm>
          <a:off x="4269149" y="239377"/>
          <a:ext cx="439777" cy="4397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7CD017-4D31-45AF-A137-5A94C3D3884C}">
      <dsp:nvSpPr>
        <dsp:cNvPr id="0" name=""/>
        <dsp:cNvSpPr/>
      </dsp:nvSpPr>
      <dsp:spPr>
        <a:xfrm>
          <a:off x="5030636" y="80148"/>
          <a:ext cx="1787272" cy="75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Preprocessing </a:t>
          </a:r>
        </a:p>
      </dsp:txBody>
      <dsp:txXfrm>
        <a:off x="5030636" y="80148"/>
        <a:ext cx="1787272" cy="758237"/>
      </dsp:txXfrm>
    </dsp:sp>
    <dsp:sp modelId="{81EE7CD9-63AC-46B1-9DD9-7CEBBA7CD67C}">
      <dsp:nvSpPr>
        <dsp:cNvPr id="0" name=""/>
        <dsp:cNvSpPr/>
      </dsp:nvSpPr>
      <dsp:spPr>
        <a:xfrm>
          <a:off x="7129327" y="80148"/>
          <a:ext cx="758237" cy="7582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92212-56F1-4AFF-9562-4D3DBC71288E}">
      <dsp:nvSpPr>
        <dsp:cNvPr id="0" name=""/>
        <dsp:cNvSpPr/>
      </dsp:nvSpPr>
      <dsp:spPr>
        <a:xfrm>
          <a:off x="7288557" y="239377"/>
          <a:ext cx="439777" cy="4397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4DAA3-C548-46C1-81A2-C8F304096F8B}">
      <dsp:nvSpPr>
        <dsp:cNvPr id="0" name=""/>
        <dsp:cNvSpPr/>
      </dsp:nvSpPr>
      <dsp:spPr>
        <a:xfrm>
          <a:off x="8050044" y="80148"/>
          <a:ext cx="1787272" cy="75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Normalization of signals </a:t>
          </a:r>
        </a:p>
      </dsp:txBody>
      <dsp:txXfrm>
        <a:off x="8050044" y="80148"/>
        <a:ext cx="1787272" cy="758237"/>
      </dsp:txXfrm>
    </dsp:sp>
    <dsp:sp modelId="{17CC94BC-D152-4751-B193-56E10A36BF7E}">
      <dsp:nvSpPr>
        <dsp:cNvPr id="0" name=""/>
        <dsp:cNvSpPr/>
      </dsp:nvSpPr>
      <dsp:spPr>
        <a:xfrm>
          <a:off x="1090511" y="1465583"/>
          <a:ext cx="758237" cy="75823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7E2C56-D555-4D2F-94A2-143F71277B55}">
      <dsp:nvSpPr>
        <dsp:cNvPr id="0" name=""/>
        <dsp:cNvSpPr/>
      </dsp:nvSpPr>
      <dsp:spPr>
        <a:xfrm>
          <a:off x="1249741" y="1624813"/>
          <a:ext cx="439777" cy="4397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86B71-442A-4C44-BE4F-81B3114236F6}">
      <dsp:nvSpPr>
        <dsp:cNvPr id="0" name=""/>
        <dsp:cNvSpPr/>
      </dsp:nvSpPr>
      <dsp:spPr>
        <a:xfrm>
          <a:off x="2011228" y="1465583"/>
          <a:ext cx="1787272" cy="75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CNN Model Training </a:t>
          </a:r>
        </a:p>
      </dsp:txBody>
      <dsp:txXfrm>
        <a:off x="2011228" y="1465583"/>
        <a:ext cx="1787272" cy="758237"/>
      </dsp:txXfrm>
    </dsp:sp>
    <dsp:sp modelId="{9B27FA97-74C5-47C7-959F-B66608A55271}">
      <dsp:nvSpPr>
        <dsp:cNvPr id="0" name=""/>
        <dsp:cNvSpPr/>
      </dsp:nvSpPr>
      <dsp:spPr>
        <a:xfrm>
          <a:off x="4109919" y="1465583"/>
          <a:ext cx="758237" cy="75823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28DD0-0F77-41B9-9F28-222829687115}">
      <dsp:nvSpPr>
        <dsp:cNvPr id="0" name=""/>
        <dsp:cNvSpPr/>
      </dsp:nvSpPr>
      <dsp:spPr>
        <a:xfrm>
          <a:off x="4269149" y="1624813"/>
          <a:ext cx="439777" cy="4397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05804-A490-48C3-971C-DAC75BA7B17B}">
      <dsp:nvSpPr>
        <dsp:cNvPr id="0" name=""/>
        <dsp:cNvSpPr/>
      </dsp:nvSpPr>
      <dsp:spPr>
        <a:xfrm>
          <a:off x="5030636" y="1465583"/>
          <a:ext cx="1787272" cy="75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Prediction </a:t>
          </a:r>
        </a:p>
      </dsp:txBody>
      <dsp:txXfrm>
        <a:off x="5030636" y="1465583"/>
        <a:ext cx="1787272" cy="758237"/>
      </dsp:txXfrm>
    </dsp:sp>
    <dsp:sp modelId="{1155BF46-662E-4383-A26C-2121455332E1}">
      <dsp:nvSpPr>
        <dsp:cNvPr id="0" name=""/>
        <dsp:cNvSpPr/>
      </dsp:nvSpPr>
      <dsp:spPr>
        <a:xfrm>
          <a:off x="7129327" y="1465583"/>
          <a:ext cx="758237" cy="7582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C1691D-B40C-4582-B221-E55E194A5E39}">
      <dsp:nvSpPr>
        <dsp:cNvPr id="0" name=""/>
        <dsp:cNvSpPr/>
      </dsp:nvSpPr>
      <dsp:spPr>
        <a:xfrm>
          <a:off x="7288557" y="1624813"/>
          <a:ext cx="439777" cy="4397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586B4-53DD-4420-A942-BB0C550D490B}">
      <dsp:nvSpPr>
        <dsp:cNvPr id="0" name=""/>
        <dsp:cNvSpPr/>
      </dsp:nvSpPr>
      <dsp:spPr>
        <a:xfrm>
          <a:off x="8050044" y="1465583"/>
          <a:ext cx="1787272" cy="75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Performance Evaluation </a:t>
          </a:r>
        </a:p>
      </dsp:txBody>
      <dsp:txXfrm>
        <a:off x="8050044" y="1465583"/>
        <a:ext cx="1787272" cy="758237"/>
      </dsp:txXfrm>
    </dsp:sp>
    <dsp:sp modelId="{485F04BC-A824-4FE5-B572-5B290EBDC612}">
      <dsp:nvSpPr>
        <dsp:cNvPr id="0" name=""/>
        <dsp:cNvSpPr/>
      </dsp:nvSpPr>
      <dsp:spPr>
        <a:xfrm>
          <a:off x="1090511" y="2851019"/>
          <a:ext cx="758237" cy="7582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C8458C-F47B-47BE-B7D4-04A96722281A}">
      <dsp:nvSpPr>
        <dsp:cNvPr id="0" name=""/>
        <dsp:cNvSpPr/>
      </dsp:nvSpPr>
      <dsp:spPr>
        <a:xfrm>
          <a:off x="1249741" y="3010249"/>
          <a:ext cx="439777" cy="4397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161E7-A410-49C3-A3A0-37E70536BC49}">
      <dsp:nvSpPr>
        <dsp:cNvPr id="0" name=""/>
        <dsp:cNvSpPr/>
      </dsp:nvSpPr>
      <dsp:spPr>
        <a:xfrm>
          <a:off x="2011228" y="2851019"/>
          <a:ext cx="1787272" cy="75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pipeline ensures accurate seizure detection.</a:t>
          </a:r>
        </a:p>
      </dsp:txBody>
      <dsp:txXfrm>
        <a:off x="2011228" y="2851019"/>
        <a:ext cx="1787272" cy="758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9EB8-5412-BD16-35D9-774DD7F72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738A1-BB0E-E8B6-0AB0-560905F7F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B2402-1E9B-1E17-E362-19192D60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7764D-9FAC-616B-7AEA-9F95616BC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3A412-C81D-7A9B-F3F1-76592F6F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6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8512-4D91-5B3D-9781-F0DB57F5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647CD-70FB-B361-4CC6-91E32209F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3297F-FEC5-2F62-F588-4CC4B21B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BB766-F7CD-A16E-FF0C-69908D5E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E3D84-EA41-A02B-9C0A-3DA723E9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685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CEA58-4A2C-69D5-2191-EA82E078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7D7FF-E1AE-996C-F7EF-F87572F06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0929B-597A-EA32-C046-2BB5613E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D36E3-E75E-DC4D-3EF0-38E1559C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916FC-5937-9F92-82A8-EE19F972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11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A10A-27E7-3D11-67DA-CE178180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CFB18-7E3F-D93C-9CB8-D6A0C98D1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AB720-1E62-2CE2-4F6A-C6A34A37E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7FA21-6DF7-6767-022B-51BDCE766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DF8A9-A67B-CB32-6B6D-AA9318EA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AE193-9F3D-D889-CF5E-4E3161CB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29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2950-4F17-3E25-3F77-696CA16B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12F85-72BD-79FF-0CDA-C87CECD1D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AAFF4-1470-9365-A873-8296B1796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867B5B-0170-C480-CB71-07647E4DE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C1DE0-FEAB-7F7E-87FC-493942961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853EC-0E05-3615-914F-30AA50089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9BB86-BD19-4A0E-C04D-22D15C1D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18144D-30F7-E2BE-5D2F-1F0F3A9E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77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CCB0-CF67-81E3-07D0-C927FC87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9AE468-5346-A0BF-5A16-C099AC267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4937E-D23C-1FFC-6402-53FBE361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9EA97-4F5E-1620-4A96-B9E6BD572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50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281721-38DA-2846-3EAE-709C500CD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142FB-46EA-F785-BF22-94D14476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6FC2F-8BC5-AAEE-17E2-F0A99FA5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00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3F8B-3510-9619-8C48-D124B62F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3E54A-8366-FA7A-35DC-6077F66E9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C96DE-AD42-FFFD-0F51-4696A14CC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D23C6-034F-63E1-9D73-09E57736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36E23-08DC-BC07-0082-90E4AD74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44928-AB02-555D-D60B-578DE2E6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24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1E0A8-A790-3B0F-301C-612EC68E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FD8519-3C7E-01AD-0B8B-53A983DBE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7205E-6CD9-7EF5-D8A5-92BD95FF7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64B61-38D3-4DCE-29AD-946C06115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1FFA7-395F-070F-8263-EDFA1E84B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96B2C-12C5-AC3F-C791-DE67478A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677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41BCB-E42E-F4EF-00CF-13F6B4027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5201E-2D83-245F-788B-E6FAA58C5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143B7-92CD-F8DF-1C0A-2853BC31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FCA21-1032-6904-1884-D49270A53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02828-2902-718F-FF2E-B3A50D15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61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088CB-EED9-F446-2C3A-A73F1EF37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5361E-1E98-4351-F640-D0E69DBCC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BB014-8EBB-408E-7746-FE471C52B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31D22-3452-5B08-AD69-362BE851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2B90-B57F-64C5-A0E5-BFD86903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21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5FCFD3-768D-14C8-9A4F-9742B5FE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EFF86-5129-C311-8546-B6C261B7A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575D-0279-4BBE-5F5F-2ED0AB379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A0934-7022-4604-881E-7E250E4024E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378D2-F367-9588-266A-8185C7E22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59306-B35A-4F29-5BC6-5012FFA6F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D5018-73A0-4FB9-A986-2E7C9061A9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165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6E49E-1352-7479-2FFC-50D203A7C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49" y="3499076"/>
            <a:ext cx="6053558" cy="242477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Seizure Detection using ML 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on EEG Signals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9B05C-2C14-B5A5-B8DE-9BC38B6C3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15161" y="356187"/>
            <a:ext cx="2878409" cy="179228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Course: MLPP</a:t>
            </a:r>
            <a:br>
              <a:rPr lang="en-US" sz="2000"/>
            </a:br>
            <a:r>
              <a:rPr lang="en-US" sz="2000"/>
              <a:t>24SDEC02</a:t>
            </a:r>
            <a:endParaRPr lang="en-IN" sz="200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CBCD7-49A6-1F12-4D99-11B7BF999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6139" y="3143438"/>
            <a:ext cx="3474621" cy="27804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Roll no:</a:t>
            </a:r>
          </a:p>
          <a:p>
            <a:pPr marL="0" indent="0">
              <a:buNone/>
            </a:pPr>
            <a:r>
              <a:rPr lang="en-US" sz="2000"/>
              <a:t>2410040039</a:t>
            </a:r>
          </a:p>
          <a:p>
            <a:pPr marL="0" indent="0">
              <a:buNone/>
            </a:pPr>
            <a:r>
              <a:rPr lang="en-US" sz="2000"/>
              <a:t>2410040040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629229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86C2E-E15E-83B2-52DC-8EBC86D0D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/>
              <a:t>Introduction</a:t>
            </a:r>
            <a:br>
              <a:rPr lang="en-US" sz="4000" b="1"/>
            </a:b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D6666-F40D-4FBC-7235-415D865F4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Epilepsy is a neurological disorder characterized by sudden, abnormal electrical activity in the brain, leading to seizures.</a:t>
            </a:r>
            <a:br>
              <a:rPr lang="en-US" sz="1700"/>
            </a:br>
            <a:r>
              <a:rPr lang="en-US" sz="1700"/>
              <a:t>Electroencephalogram (EEG) records brain signals and is widely used for diagnosis.</a:t>
            </a:r>
          </a:p>
          <a:p>
            <a:r>
              <a:rPr lang="en-US" sz="1700"/>
              <a:t>However:</a:t>
            </a:r>
          </a:p>
          <a:p>
            <a:r>
              <a:rPr lang="en-US" sz="1700"/>
              <a:t>Manual EEG analysis is complex </a:t>
            </a:r>
          </a:p>
          <a:p>
            <a:r>
              <a:rPr lang="en-US" sz="1700"/>
              <a:t>Time-consuming </a:t>
            </a:r>
          </a:p>
          <a:p>
            <a:r>
              <a:rPr lang="en-US" sz="1700"/>
              <a:t>Requires expert knowledge </a:t>
            </a:r>
          </a:p>
          <a:p>
            <a:r>
              <a:rPr lang="en-US" sz="1700"/>
              <a:t>Deep learning provides an automated solution for detecting seizures efficiently.</a:t>
            </a:r>
          </a:p>
          <a:p>
            <a:pPr marL="0" indent="0">
              <a:buNone/>
            </a:pPr>
            <a:endParaRPr lang="en-IN" sz="1700"/>
          </a:p>
        </p:txBody>
      </p:sp>
      <p:pic>
        <p:nvPicPr>
          <p:cNvPr id="5" name="Picture 4" descr="Computer Generated Lights">
            <a:extLst>
              <a:ext uri="{FF2B5EF4-FFF2-40B4-BE49-F238E27FC236}">
                <a16:creationId xmlns:a16="http://schemas.microsoft.com/office/drawing/2014/main" id="{0F37BA3E-3E77-5E72-5234-744FB417EE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00" r="2234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9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5E4B1-7149-B4E7-4CE8-AC106BC7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/>
              <a:t>Problem Statement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A0E0E-4A49-9E6E-938E-923115957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/>
              <a:t>Detect seizure activity from EEG signals automatically </a:t>
            </a:r>
          </a:p>
          <a:p>
            <a:r>
              <a:rPr lang="en-US" sz="2000"/>
              <a:t>Reduce reliance on manual analysis </a:t>
            </a:r>
          </a:p>
          <a:p>
            <a:r>
              <a:rPr lang="en-US" sz="2000"/>
              <a:t>Improve detection speed and accuracy </a:t>
            </a:r>
          </a:p>
          <a:p>
            <a:r>
              <a:rPr lang="en-US" sz="2000"/>
              <a:t>Enable real-time monitoring systems</a:t>
            </a:r>
          </a:p>
          <a:p>
            <a:endParaRPr lang="en-IN" sz="2000"/>
          </a:p>
        </p:txBody>
      </p:sp>
      <p:pic>
        <p:nvPicPr>
          <p:cNvPr id="13" name="Picture 12" descr="Zigzag indicator line">
            <a:extLst>
              <a:ext uri="{FF2B5EF4-FFF2-40B4-BE49-F238E27FC236}">
                <a16:creationId xmlns:a16="http://schemas.microsoft.com/office/drawing/2014/main" id="{8C0F5F1A-0D5F-BD11-FFB0-F74D768E0A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58" r="26505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13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9B59849-5258-AD40-8013-FFCEC14F611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D34B6-AABE-D6E7-52CB-E4202AC5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Objectives</a:t>
            </a:r>
            <a:endParaRPr lang="en-IN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ABC30D5-6CAC-1A06-B4E7-A236F51D21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32216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96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A1D6-CBE2-F1C0-1710-6036FF08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BAF81-B5C5-71E4-998D-25E3BA35D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781652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Source: Kaggle EEG dataset </a:t>
            </a:r>
          </a:p>
          <a:p>
            <a:r>
              <a:rPr lang="en-IN" dirty="0"/>
              <a:t>Contains raw EEG signal values </a:t>
            </a:r>
          </a:p>
          <a:p>
            <a:r>
              <a:rPr lang="en-IN" dirty="0"/>
              <a:t>Each sample represents brain activity over time </a:t>
            </a:r>
          </a:p>
          <a:p>
            <a:pPr lvl="1"/>
            <a:r>
              <a:rPr lang="en-US" sz="2600" dirty="0"/>
              <a:t>Training Samples per Class:         </a:t>
            </a:r>
          </a:p>
          <a:p>
            <a:pPr lvl="1"/>
            <a:r>
              <a:rPr lang="en-US" sz="2600" dirty="0"/>
              <a:t>F: 72 </a:t>
            </a:r>
          </a:p>
          <a:p>
            <a:pPr lvl="1"/>
            <a:r>
              <a:rPr lang="en-US" sz="2600" dirty="0"/>
              <a:t>N: 86 </a:t>
            </a:r>
          </a:p>
          <a:p>
            <a:pPr lvl="1"/>
            <a:r>
              <a:rPr lang="en-US" sz="2600" dirty="0"/>
              <a:t>O: 90 </a:t>
            </a:r>
          </a:p>
          <a:p>
            <a:pPr lvl="1"/>
            <a:r>
              <a:rPr lang="en-US" sz="2600" dirty="0"/>
              <a:t>S: 76 </a:t>
            </a:r>
          </a:p>
          <a:p>
            <a:pPr lvl="1"/>
            <a:r>
              <a:rPr lang="en-US" sz="2600" dirty="0"/>
              <a:t>Z: 76</a:t>
            </a:r>
            <a:endParaRPr lang="en-IN" sz="2600" dirty="0"/>
          </a:p>
          <a:p>
            <a:r>
              <a:rPr lang="en-IN" dirty="0"/>
              <a:t>Dataset is used to train and test the model.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74CA5-74A0-2DC2-6DCE-0F9EC337A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979173"/>
            <a:ext cx="5181600" cy="3197789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/>
              <a:t>Testing Samples per Class: </a:t>
            </a:r>
          </a:p>
          <a:p>
            <a:r>
              <a:rPr lang="en-IN" sz="2600" dirty="0"/>
              <a:t>F: 28 </a:t>
            </a:r>
          </a:p>
          <a:p>
            <a:r>
              <a:rPr lang="en-IN" sz="2600" dirty="0"/>
              <a:t>N: 14 </a:t>
            </a:r>
          </a:p>
          <a:p>
            <a:r>
              <a:rPr lang="en-IN" sz="2600" dirty="0"/>
              <a:t>O: 10 </a:t>
            </a:r>
          </a:p>
          <a:p>
            <a:r>
              <a:rPr lang="en-IN" sz="2600" dirty="0"/>
              <a:t>S: 24 </a:t>
            </a:r>
          </a:p>
          <a:p>
            <a:r>
              <a:rPr lang="en-IN" sz="2600" dirty="0"/>
              <a:t>Z: 24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173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6AA99-8D39-CA5E-5A4A-C9C3E3DB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Methodology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339E2E-5568-1119-C961-5D6627BF4C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680203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389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D0793-D661-A35B-557D-45B9BF551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400" b="1"/>
              <a:t>CNN Model</a:t>
            </a:r>
            <a:endParaRPr lang="en-IN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17441-4A5F-A009-D7B3-8A7375D89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IN" sz="2000"/>
              <a:t>Convolutional Neural Network (CNN) is used for classification.</a:t>
            </a:r>
          </a:p>
          <a:p>
            <a:r>
              <a:rPr lang="en-IN" sz="2000"/>
              <a:t>Key components:</a:t>
            </a:r>
          </a:p>
          <a:p>
            <a:r>
              <a:rPr lang="en-IN" sz="2000" b="1"/>
              <a:t>Convolution Layer:</a:t>
            </a:r>
            <a:r>
              <a:rPr lang="en-IN" sz="2000"/>
              <a:t> extracts features </a:t>
            </a:r>
          </a:p>
          <a:p>
            <a:r>
              <a:rPr lang="en-IN" sz="2000" b="1"/>
              <a:t>Pooling Layer:</a:t>
            </a:r>
            <a:r>
              <a:rPr lang="en-IN" sz="2000"/>
              <a:t> reduces dimensionality </a:t>
            </a:r>
          </a:p>
          <a:p>
            <a:r>
              <a:rPr lang="en-IN" sz="2000" b="1"/>
              <a:t>Dense Layer:</a:t>
            </a:r>
            <a:r>
              <a:rPr lang="en-IN" sz="2000"/>
              <a:t> final classification </a:t>
            </a:r>
          </a:p>
          <a:p>
            <a:r>
              <a:rPr lang="en-IN" sz="2000" b="1"/>
              <a:t>Dropout: </a:t>
            </a:r>
            <a:r>
              <a:rPr lang="en-IN" sz="2000"/>
              <a:t>reduces overfitting</a:t>
            </a:r>
          </a:p>
          <a:p>
            <a:r>
              <a:rPr lang="en-IN" sz="2000"/>
              <a:t>CNN learns patterns automatically without manual feature extraction.</a:t>
            </a:r>
          </a:p>
          <a:p>
            <a:endParaRPr lang="en-IN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6A269-E681-98E4-96B4-57A44BB0C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98133"/>
            <a:ext cx="5458968" cy="326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107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16657-6ADA-7064-3D5C-6141490D0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/>
              <a:t>Training Details</a:t>
            </a:r>
            <a:endParaRPr lang="en-IN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9868F-B3EF-497A-75F1-BC70A2EC2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N" sz="2200"/>
              <a:t>Train/Test Split: 80/20 </a:t>
            </a:r>
          </a:p>
          <a:p>
            <a:r>
              <a:rPr lang="en-IN" sz="2200"/>
              <a:t>Epochs: 10–20 </a:t>
            </a:r>
          </a:p>
          <a:p>
            <a:r>
              <a:rPr lang="en-IN" sz="2200"/>
              <a:t>Batch Size: 32 </a:t>
            </a:r>
          </a:p>
          <a:p>
            <a:r>
              <a:rPr lang="en-IN" sz="2200"/>
              <a:t>Optimizer: Adam </a:t>
            </a:r>
          </a:p>
          <a:p>
            <a:r>
              <a:rPr lang="en-IN" sz="2200"/>
              <a:t>Loss Function: Sparse Categorical Crossentropy</a:t>
            </a:r>
          </a:p>
          <a:p>
            <a:pPr marL="0" indent="0">
              <a:buNone/>
            </a:pPr>
            <a:r>
              <a:rPr lang="en-IN" sz="2200"/>
              <a:t>These parameters help optimize model performance.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3032572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B4939-968E-6839-34FC-51A136504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3" y="668337"/>
            <a:ext cx="5157787" cy="823912"/>
          </a:xfrm>
        </p:spPr>
        <p:txBody>
          <a:bodyPr/>
          <a:lstStyle/>
          <a:p>
            <a:r>
              <a:rPr lang="en-US" dirty="0"/>
              <a:t>Model Accuracy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1CEA7C3-9A3D-59A0-0158-96503ABA44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8212" y="1816816"/>
            <a:ext cx="4763875" cy="428901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0684F-0D5F-4316-B4E6-4AB389B20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668337"/>
            <a:ext cx="5183188" cy="823912"/>
          </a:xfrm>
        </p:spPr>
        <p:txBody>
          <a:bodyPr/>
          <a:lstStyle/>
          <a:p>
            <a:r>
              <a:rPr lang="en-US" dirty="0"/>
              <a:t>Model Loss 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9E049EA-D0B5-E404-4310-70B011D9340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89912" y="1816816"/>
            <a:ext cx="4974501" cy="428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7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F20BD-4298-B9BE-75CB-82815E3E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400" b="1"/>
              <a:t>Confusion Matrix</a:t>
            </a:r>
            <a:endParaRPr lang="en-IN" sz="54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CA8CE-A6B6-2C6F-B39D-798836505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IN" sz="2200"/>
              <a:t>Used to evaluate classification performance</a:t>
            </a:r>
          </a:p>
          <a:p>
            <a:r>
              <a:rPr lang="en-IN" sz="2200"/>
              <a:t>Helps understand model errors.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9A521-5618-EC7B-E92B-FF44B90CA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317" y="640080"/>
            <a:ext cx="599767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00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D9C9BB-4295-53A8-E935-08C51A9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Classification Report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288B0A-F44F-A4AB-B4B3-A99D4BBDE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961" y="364587"/>
            <a:ext cx="949607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81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25A0-C97E-06B7-E79F-1F3559DF3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 b="1"/>
              <a:t>K-Fold Cross Validation</a:t>
            </a:r>
            <a:endParaRPr lang="en-IN" sz="3200"/>
          </a:p>
        </p:txBody>
      </p:sp>
      <p:pic>
        <p:nvPicPr>
          <p:cNvPr id="5" name="Picture 4" descr="Hand with red strings">
            <a:extLst>
              <a:ext uri="{FF2B5EF4-FFF2-40B4-BE49-F238E27FC236}">
                <a16:creationId xmlns:a16="http://schemas.microsoft.com/office/drawing/2014/main" id="{3AD0E122-6221-D371-3DE0-E83943E2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24" r="22938" b="-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6786-EC1C-C357-D82F-553AF8179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2000"/>
              <a:t>K-Fold Cross Validation is used to evaluate model performance more reliably </a:t>
            </a:r>
          </a:p>
          <a:p>
            <a:r>
              <a:rPr lang="en-US" sz="2000"/>
              <a:t>The dataset is divided into </a:t>
            </a:r>
            <a:r>
              <a:rPr lang="en-US" sz="2000" b="1"/>
              <a:t>K equal parts (folds)</a:t>
            </a:r>
            <a:r>
              <a:rPr lang="en-US" sz="2000"/>
              <a:t> </a:t>
            </a:r>
          </a:p>
          <a:p>
            <a:r>
              <a:rPr lang="en-US" sz="2000"/>
              <a:t>The model is trained on </a:t>
            </a:r>
            <a:r>
              <a:rPr lang="en-US" sz="2000" b="1"/>
              <a:t>K-1 folds</a:t>
            </a:r>
            <a:r>
              <a:rPr lang="en-US" sz="2000"/>
              <a:t> and tested on </a:t>
            </a:r>
            <a:r>
              <a:rPr lang="en-US" sz="2000" b="1"/>
              <a:t>1 fold</a:t>
            </a:r>
            <a:r>
              <a:rPr lang="en-US" sz="2000"/>
              <a:t> </a:t>
            </a:r>
          </a:p>
          <a:p>
            <a:r>
              <a:rPr lang="en-US" sz="2000"/>
              <a:t>This process is repeated </a:t>
            </a:r>
            <a:r>
              <a:rPr lang="en-US" sz="2000" b="1"/>
              <a:t>K times</a:t>
            </a:r>
            <a:r>
              <a:rPr lang="en-US" sz="2000"/>
              <a:t> </a:t>
            </a:r>
          </a:p>
          <a:p>
            <a:r>
              <a:rPr lang="en-US" sz="2000"/>
              <a:t>Final performance is the </a:t>
            </a:r>
            <a:r>
              <a:rPr lang="en-US" sz="2000" b="1"/>
              <a:t>average of all folds</a:t>
            </a:r>
            <a:r>
              <a:rPr lang="en-US" sz="2000"/>
              <a:t> </a:t>
            </a:r>
          </a:p>
          <a:p>
            <a:r>
              <a:rPr lang="en-US" sz="2000"/>
              <a:t> 5-Fold Cross Validation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387173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90F48-10EA-6AC3-78DF-3DBEBE75F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0103"/>
            <a:ext cx="10515600" cy="5596860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🔹 Fold 1</a:t>
            </a:r>
          </a:p>
          <a:p>
            <a:r>
              <a:rPr lang="en-IN" dirty="0"/>
              <a:t>Accuracy: 0.8000</a:t>
            </a:r>
          </a:p>
          <a:p>
            <a:endParaRPr lang="en-IN" dirty="0"/>
          </a:p>
          <a:p>
            <a:r>
              <a:rPr lang="en-IN" dirty="0"/>
              <a:t>🔹 Fold 2</a:t>
            </a:r>
          </a:p>
          <a:p>
            <a:r>
              <a:rPr lang="en-IN" dirty="0"/>
              <a:t>Accuracy: 0.8000</a:t>
            </a:r>
          </a:p>
          <a:p>
            <a:endParaRPr lang="en-IN" dirty="0"/>
          </a:p>
          <a:p>
            <a:r>
              <a:rPr lang="en-IN" dirty="0"/>
              <a:t>🔹 Fold 3</a:t>
            </a:r>
          </a:p>
          <a:p>
            <a:r>
              <a:rPr lang="en-IN" dirty="0"/>
              <a:t>Accuracy: 0.8400</a:t>
            </a:r>
          </a:p>
          <a:p>
            <a:endParaRPr lang="en-IN" dirty="0"/>
          </a:p>
          <a:p>
            <a:r>
              <a:rPr lang="en-IN" dirty="0"/>
              <a:t>🔹 Fold 4</a:t>
            </a:r>
          </a:p>
          <a:p>
            <a:r>
              <a:rPr lang="en-IN" dirty="0"/>
              <a:t>Accuracy: 0.7900</a:t>
            </a:r>
          </a:p>
          <a:p>
            <a:endParaRPr lang="en-IN" dirty="0"/>
          </a:p>
          <a:p>
            <a:r>
              <a:rPr lang="en-IN" dirty="0"/>
              <a:t>🔹 Fold 5</a:t>
            </a:r>
          </a:p>
          <a:p>
            <a:r>
              <a:rPr lang="en-IN" dirty="0"/>
              <a:t>Accuracy: 0.8300</a:t>
            </a:r>
          </a:p>
          <a:p>
            <a:endParaRPr lang="en-IN" dirty="0"/>
          </a:p>
          <a:p>
            <a:r>
              <a:rPr lang="en-IN" dirty="0"/>
              <a:t>K-Fold Accuracies: [0.800000011920929, 0.800000011920929, 0.8399999737739563, 0.7900000214576721, 0.8299999833106995]</a:t>
            </a:r>
          </a:p>
          <a:p>
            <a:r>
              <a:rPr lang="en-IN" dirty="0"/>
              <a:t>Average Accuracy: 0.8120000004768372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401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13EAC-B4CE-7B5A-901D-F8F289E67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>
            <a:normAutofit/>
          </a:bodyPr>
          <a:lstStyle/>
          <a:p>
            <a:r>
              <a:rPr lang="en-IN" sz="4000" b="1"/>
              <a:t>ROC Curve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1A08-473D-E379-0CF0-0D653313C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2656" y="2701427"/>
            <a:ext cx="4483324" cy="2699968"/>
          </a:xfrm>
        </p:spPr>
        <p:txBody>
          <a:bodyPr>
            <a:normAutofit/>
          </a:bodyPr>
          <a:lstStyle/>
          <a:p>
            <a:r>
              <a:rPr lang="en-IN" sz="1700" dirty="0"/>
              <a:t>ROC = </a:t>
            </a:r>
            <a:r>
              <a:rPr lang="en-IN" sz="1700" b="1" dirty="0"/>
              <a:t>Receiver Operating Characteristic Curve</a:t>
            </a:r>
            <a:r>
              <a:rPr lang="en-IN" sz="1700" dirty="0"/>
              <a:t> </a:t>
            </a:r>
          </a:p>
          <a:p>
            <a:r>
              <a:rPr lang="en-IN" sz="1700" dirty="0"/>
              <a:t>It shows performance of classification model </a:t>
            </a:r>
          </a:p>
          <a:p>
            <a:r>
              <a:rPr lang="en-IN" sz="1700" dirty="0"/>
              <a:t>Plots: </a:t>
            </a:r>
          </a:p>
          <a:p>
            <a:pPr lvl="1"/>
            <a:r>
              <a:rPr lang="en-IN" sz="1700" b="1" dirty="0"/>
              <a:t>X-axis → False Positive Rate (FPR)</a:t>
            </a:r>
            <a:r>
              <a:rPr lang="en-IN" sz="1700" dirty="0"/>
              <a:t> </a:t>
            </a:r>
          </a:p>
          <a:p>
            <a:pPr lvl="1"/>
            <a:r>
              <a:rPr lang="en-IN" sz="1700" b="1" dirty="0"/>
              <a:t>Y-axis → True Positive Rate (TPR)</a:t>
            </a:r>
            <a:r>
              <a:rPr lang="en-IN" sz="1700" dirty="0"/>
              <a:t> </a:t>
            </a:r>
          </a:p>
          <a:p>
            <a:r>
              <a:rPr lang="en-IN" sz="1700" dirty="0"/>
              <a:t>It shows how well the model separates classes</a:t>
            </a:r>
          </a:p>
          <a:p>
            <a:pPr marL="0" indent="0">
              <a:buNone/>
            </a:pPr>
            <a:endParaRPr lang="en-IN" sz="17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FBF84-CA5C-45D1-F1AB-AAED00337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701427"/>
            <a:ext cx="4554501" cy="2699968"/>
          </a:xfrm>
        </p:spPr>
        <p:txBody>
          <a:bodyPr>
            <a:normAutofit/>
          </a:bodyPr>
          <a:lstStyle/>
          <a:p>
            <a:r>
              <a:rPr lang="en-US" sz="2000" b="1"/>
              <a:t>ROC Curve Interpretation</a:t>
            </a:r>
          </a:p>
          <a:p>
            <a:r>
              <a:rPr lang="en-US" sz="2000"/>
              <a:t>Curve closer to </a:t>
            </a:r>
            <a:r>
              <a:rPr lang="en-US" sz="2000" b="1"/>
              <a:t>top-left corner → better model</a:t>
            </a:r>
            <a:r>
              <a:rPr lang="en-US" sz="2000"/>
              <a:t> </a:t>
            </a:r>
          </a:p>
          <a:p>
            <a:r>
              <a:rPr lang="en-US" sz="2000"/>
              <a:t>Diagonal line → random guessing </a:t>
            </a:r>
          </a:p>
          <a:p>
            <a:r>
              <a:rPr lang="en-US" sz="2000"/>
              <a:t>Higher AUC → better classification 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224638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323C99-A7F1-C451-A77C-CEF842A2C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91" y="3600542"/>
            <a:ext cx="3278292" cy="262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578062-77CA-F766-EF13-1060AEB94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715" y="3600542"/>
            <a:ext cx="3561992" cy="259181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4A58C-B5F9-D33D-4C62-2B952715F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43468" y="569441"/>
            <a:ext cx="3278292" cy="26798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A6C9EC-6383-13EA-C8B6-3A8589AB5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116" y="1823295"/>
            <a:ext cx="3239769" cy="2599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FEF8EF-375F-7714-2271-8079CE1B07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9169" y="634825"/>
            <a:ext cx="3743538" cy="267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00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9DE54-1362-A19F-5B9E-837847A66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Conclusion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067AD-C877-48CB-4A3A-0A94B70F3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CNN-based model was successfully developed for </a:t>
            </a:r>
            <a:r>
              <a:rPr lang="en-US" sz="2000" b="1" dirty="0"/>
              <a:t>seizure detection using raw EEG signals</a:t>
            </a:r>
            <a:r>
              <a:rPr lang="en-US" sz="2000" dirty="0"/>
              <a:t> </a:t>
            </a:r>
          </a:p>
          <a:p>
            <a:r>
              <a:rPr lang="en-US" sz="2000" dirty="0"/>
              <a:t>The model effectively learned patterns and classified signals into </a:t>
            </a:r>
            <a:r>
              <a:rPr lang="en-US" sz="2000" b="1" dirty="0"/>
              <a:t>seizure and non-seizure categories</a:t>
            </a:r>
            <a:r>
              <a:rPr lang="en-US" sz="2000" dirty="0"/>
              <a:t> </a:t>
            </a:r>
          </a:p>
          <a:p>
            <a:r>
              <a:rPr lang="en-US" sz="2000" dirty="0"/>
              <a:t>Performance evaluation using </a:t>
            </a:r>
            <a:r>
              <a:rPr lang="en-US" sz="2000" b="1" dirty="0"/>
              <a:t>accuracy, confusion matrix, ROC curve, and AUC score</a:t>
            </a:r>
            <a:r>
              <a:rPr lang="en-US" sz="2000" dirty="0"/>
              <a:t> showed reliable results </a:t>
            </a:r>
          </a:p>
          <a:p>
            <a:r>
              <a:rPr lang="en-US" sz="2000" dirty="0"/>
              <a:t>Use of </a:t>
            </a:r>
            <a:r>
              <a:rPr lang="en-US" sz="2000" b="1" dirty="0"/>
              <a:t>K-Fold Cross Validation</a:t>
            </a:r>
            <a:r>
              <a:rPr lang="en-US" sz="2000" dirty="0"/>
              <a:t> improved model robustness and reduced overfitting </a:t>
            </a:r>
          </a:p>
          <a:p>
            <a:r>
              <a:rPr lang="en-US" sz="2000" dirty="0"/>
              <a:t>The proposed system provides an </a:t>
            </a:r>
            <a:r>
              <a:rPr lang="en-US" sz="2000" b="1" dirty="0"/>
              <a:t>automated, efficient, and accurate solution</a:t>
            </a:r>
            <a:r>
              <a:rPr lang="en-US" sz="2000" dirty="0"/>
              <a:t> for seizure detection </a:t>
            </a:r>
          </a:p>
          <a:p>
            <a:r>
              <a:rPr lang="en-US" sz="2000" dirty="0"/>
              <a:t>Overall, the model demonstrates strong potential for assisting in </a:t>
            </a:r>
            <a:r>
              <a:rPr lang="en-US" sz="2000" b="1" dirty="0"/>
              <a:t>medical diagnosis and real-time monitoring systems</a:t>
            </a: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19243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614</Words>
  <Application>Microsoft Office PowerPoint</Application>
  <PresentationFormat>Widescreen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Seizure Detection using ML  on EEG Signals</vt:lpstr>
      <vt:lpstr>Introduction </vt:lpstr>
      <vt:lpstr>Problem Statement</vt:lpstr>
      <vt:lpstr>Objectives</vt:lpstr>
      <vt:lpstr>Dataset</vt:lpstr>
      <vt:lpstr>Methodology</vt:lpstr>
      <vt:lpstr>CNN Model</vt:lpstr>
      <vt:lpstr>Training Details</vt:lpstr>
      <vt:lpstr>PowerPoint Presentation</vt:lpstr>
      <vt:lpstr>Confusion Matrix</vt:lpstr>
      <vt:lpstr>Classification Report</vt:lpstr>
      <vt:lpstr>K-Fold Cross Validation</vt:lpstr>
      <vt:lpstr>PowerPoint Presentation</vt:lpstr>
      <vt:lpstr>ROC Curve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momulasindhu22@outlook.com</dc:creator>
  <cp:lastModifiedBy>momulasindhu22@outlook.com</cp:lastModifiedBy>
  <cp:revision>2</cp:revision>
  <dcterms:created xsi:type="dcterms:W3CDTF">2026-04-27T02:53:35Z</dcterms:created>
  <dcterms:modified xsi:type="dcterms:W3CDTF">2026-10-02T08:18:13Z</dcterms:modified>
</cp:coreProperties>
</file>